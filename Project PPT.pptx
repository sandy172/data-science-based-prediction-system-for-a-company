
<file path=[Content_Types].xml><?xml version="1.0" encoding="utf-8"?>
<Types xmlns="http://schemas.openxmlformats.org/package/2006/content-types">
  <Default Extension="xml" ContentType="application/xml"/>
  <Default Extension="jpeg" ContentType="image/jpeg"/>
  <Default Extension="jpg" ContentType="image/jpeg"/>
  <Default Extension="rels" ContentType="application/vnd.openxmlformats-package.relationships+xml"/>
  <Override PartName="/ppt/presentation.xml" ContentType="application/vnd.openxmlformats-officedocument.presentationml.presentation.main+xml"/>
  <Override PartName="/ppt/slides/slide2.xml" ContentType="application/vnd.openxmlformats-officedocument.presentationml.slide+xml"/>
  <Override PartName="/ppt/revisioninfo.xml" ContentType="application/vnd.ms-powerpoint.revisioninfo+xml"/>
  <Override PartName="/ppt/slidemasters/slidemaster1.xml" ContentType="application/vnd.openxmlformats-officedocument.presentationml.slideMaster+xml"/>
  <Override PartName="/ppt/slides/slide5.xml" ContentType="application/vnd.openxmlformats-officedocument.presentationml.slide+xml"/>
  <Override PartName="/ppt/slides/slide21.xml" ContentType="application/vnd.openxmlformats-officedocument.presentationml.slide+xml"/>
  <Override PartName="/ppt/slides/slide1.xml" ContentType="application/vnd.openxmlformats-officedocument.presentationml.slide+xml"/>
  <Override PartName="/docprops/core.xml" ContentType="application/vnd.openxmlformats-package.core-properties+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tablestyles.xml" ContentType="application/vnd.openxmlformats-officedocument.presentationml.tableStyles+xml"/>
  <Override PartName="/ppt/slides/slide14.xml" ContentType="application/vnd.openxmlformats-officedocument.presentationml.slide+xml"/>
  <Override PartName="/ppt/slidelayouts/slidelayout9.xml" ContentType="application/vnd.openxmlformats-officedocument.presentationml.slideLayout+xml"/>
  <Override PartName="/ppt/slides/slide15.xml" ContentType="application/vnd.openxmlformats-officedocument.presentationml.slide+xml"/>
  <Override PartName="/ppt/slidelayouts/slidelayout8.xml" ContentType="application/vnd.openxmlformats-officedocument.presentationml.slideLayout+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s/slide19.xml" ContentType="application/vnd.openxmlformats-officedocument.presentationml.slide+xml"/>
  <Override PartName="/ppt/slidelayouts/slidelayout4.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notesslides/notesslide2.xml" ContentType="application/vnd.openxmlformats-officedocument.presentationml.notesSlide+xml"/>
  <Override PartName="/ppt/notesslides/notesslide14.xml" ContentType="application/vnd.openxmlformats-officedocument.presentationml.notesSlide+xml"/>
  <Override PartName="/ppt/viewprops.xml" ContentType="application/vnd.openxmlformats-officedocument.presentationml.viewProps+xml"/>
  <Override PartName="/ppt/theme/theme1.xml" ContentType="application/vnd.openxmlformats-officedocument.theme+xml"/>
  <Override PartName="/ppt/slidelayouts/slidelayout1.xml" ContentType="application/vnd.openxmlformats-officedocument.presentationml.slideLayout+xml"/>
  <Override PartName="/ppt/notesslides/notesslide20.xml" ContentType="application/vnd.openxmlformats-officedocument.presentationml.notesSlide+xml"/>
  <Override PartName="/ppt/slidelayouts/slidelayout2.xml" ContentType="application/vnd.openxmlformats-officedocument.presentationml.slideLayout+xml"/>
  <Override PartName="/ppt/notesslides/notesslide21.xml" ContentType="application/vnd.openxmlformats-officedocument.presentationml.notesSlide+xml"/>
  <Override PartName="/ppt/slidelayouts/slidelayout3.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app.xml" ContentType="application/vnd.openxmlformats-officedocument.extended-properties+xml"/>
  <Override PartName="/docprops/custom.xml" ContentType="application/vnd.openxmlformats-officedocument.custom-properties+xml"/>
  <Override PartName="/ppt/slides/slide20.xml" ContentType="application/vnd.openxmlformats-officedocument.presentationml.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
  </p:notesMasterIdLst>
  <p:sldIdLst>
    <p:sldId id="262" r:id="rId3"/>
    <p:sldId id="283" r:id="rId4"/>
    <p:sldId id="263" r:id="rId5"/>
    <p:sldId id="264" r:id="rId6"/>
    <p:sldId id="256" r:id="rId7"/>
    <p:sldId id="281" r:id="rId8"/>
    <p:sldId id="303" r:id="rId9"/>
    <p:sldId id="316" r:id="rId10"/>
    <p:sldId id="305" r:id="rId11"/>
    <p:sldId id="320" r:id="rId12"/>
    <p:sldId id="322" r:id="rId13"/>
    <p:sldId id="306" r:id="rId14"/>
    <p:sldId id="309" r:id="rId15"/>
    <p:sldId id="333" r:id="rId16"/>
    <p:sldId id="334" r:id="rId17"/>
    <p:sldId id="335" r:id="rId18"/>
    <p:sldId id="336" r:id="rId19"/>
    <p:sldId id="337" r:id="rId20"/>
    <p:sldId id="338" r:id="rId21"/>
    <p:sldId id="339" r:id="rId22"/>
    <p:sldId id="310" r:id="rId23"/>
    <p:sldId id="313" r:id="rId24"/>
    <p:sldId id="314" r:id="rId25"/>
    <p:sldId id="315" r:id="rId26"/>
    <p:sldId id="302" r:id="rId2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E907877-9F1E-44AF-AF55-BC2F496E56FA}" v="3" dt="2020-05-01T16:29:30.386"/>
  </p1510:revLst>
</p1510:revInfo>
</file>

<file path=ppt/tableStyles.xml><?xml version="1.0" encoding="utf-8"?>
<a:tblStyleLst xmlns:a="http://schemas.openxmlformats.org/drawingml/2006/main" def="{5C22544A-7EE6-4342-B048-85BDC9FD1C3A}">
  <a:tblStyle styleId="{125E5076-3810-47DD-B79F-674D7AD40C01}" styleName="深色样式 1 - 强调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4" autoAdjust="0"/>
    <p:restoredTop sz="96844" autoAdjust="0"/>
  </p:normalViewPr>
  <p:slideViewPr>
    <p:cSldViewPr>
      <p:cViewPr>
        <p:scale>
          <a:sx n="70" d="100"/>
          <a:sy n="70" d="100"/>
        </p:scale>
        <p:origin x="-378" y="102"/>
      </p:cViewPr>
      <p:guideLst>
        <p:guide orient="horz" pos="2160"/>
        <p:guide pos="2880"/>
      </p:guideLst>
    </p:cSldViewPr>
  </p:slideViewPr>
  <p:outlineViewPr>
    <p:cViewPr>
      <p:scale>
        <a:sx n="33" d="100"/>
        <a:sy n="33" d="100"/>
      </p:scale>
      <p:origin x="0" y="202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 Type="http://schemas.openxmlformats.org/officeDocument/2006/relationships/notesMaster" Target="notesMasters/notesMaster1.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tableStyles" Target="tableStyles.xml"/><Relationship Id="rId29" Type="http://schemas.openxmlformats.org/officeDocument/2006/relationships/presProps" Target="presProps.xml"/><Relationship Id="rId3" Type="http://schemas.openxmlformats.org/officeDocument/2006/relationships/slide" Target="slides/slide1.xml"/><Relationship Id="rId30" Type="http://schemas.openxmlformats.org/officeDocument/2006/relationships/viewProps" Target="viewProps.xml"/><Relationship Id="rId31" Type="http://schemas.openxmlformats.org/officeDocument/2006/relationships/theme" Target="theme/them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noEditPoints="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p>
            <a:endParaRPr lang="en-US"/>
          </a:p>
        </p:txBody>
      </p:sp>
      <p:sp>
        <p:nvSpPr>
          <p:cNvPr id="3" name="Date Placeholder 2"/>
          <p:cNvSpPr>
            <a:spLocks noGrp="1" noEditPoints="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p>
            <a:r>
              <a:rPr lang="en-US"/>
              <a:t>*</a:t>
            </a:r>
          </a:p>
        </p:txBody>
      </p:sp>
      <p:sp>
        <p:nvSpPr>
          <p:cNvPr id="4" name="Slide Image Placeholder 3"/>
          <p:cNvSpPr>
            <a:spLocks noGrp="1" noRot="1" noChangeAspect="1" noEditPoints="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
            <a:endParaRPr lang="en-US"/>
          </a:p>
        </p:txBody>
      </p:sp>
      <p:sp>
        <p:nvSpPr>
          <p:cNvPr id="5" name="Notes Placeholder 4"/>
          <p:cNvSpPr>
            <a:spLocks noGrp="1" noEditPoints="1"/>
          </p:cNvSpPr>
          <p:nvPr>
            <p:ph type="body" sz="quarter" idx="3"/>
          </p:nvPr>
        </p:nvSpPr>
        <p:spPr>
          <a:xfrm>
            <a:off x="685800" y="4343400"/>
            <a:ext cx="5486400" cy="4114800"/>
          </a:xfrm>
          <a:prstGeom prst="rect">
            <a:avLst/>
          </a:prstGeom>
        </p:spPr>
        <p:txBody>
          <a:bodyPr vert="horz" lIns="91440" tIns="45720" rIns="91440" bIns="45720" rtlCol="0"/>
          <a:lstStyle/>
          <a:p>
            <a:pPr lvl="0"/>
          </a:p>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noEditPoints="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p>
            <a:endParaRPr lang="en-US"/>
          </a:p>
        </p:txBody>
      </p:sp>
      <p:sp>
        <p:nvSpPr>
          <p:cNvPr id="7" name="Slide Number Placeholder 6"/>
          <p:cNvSpPr>
            <a:spLocks noGrp="1" noEditPoints="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p>
            <a:r>
              <a:rPr lang="en-US"/>
              <a:t>#</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61739B93-D105-459A-83C4-F03737375E8C}" type="slidenum">
              <a:rPr lang="en-US" smtClean="0"/>
              <a:t>‹#›</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A9DD7FD2-3AF3-463C-877A-E3AB475D156B}" type="slidenum">
              <a:rPr lang="en-US" smtClean="0"/>
              <a:t>‹#›</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42381DE7-AFB2-4871-923D-BCB7047EAFC6}" type="slidenum">
              <a:rPr lang="en-US" smtClean="0"/>
              <a:t>‹#›</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DB064F4A-3786-4146-BB87-D63CD2428024}" type="slidenum">
              <a:rPr lang="en-US" smtClean="0"/>
              <a:t>‹#›</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594F6E8E-6B2B-4BC6-85C6-BF7F94F722FD}" type="slidenum">
              <a:rPr lang="en-US" smtClean="0"/>
              <a:t>‹#›</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2E811770-66EA-4FCC-9CA0-69E2ED26336C}" type="slidenum">
              <a:rPr lang="en-US" smtClean="0"/>
              <a:t>‹#›</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C738B123-EB33-42E6-BFE2-1CE4945449BA}" type="slidenum">
              <a:rPr lang="en-US" smtClean="0"/>
              <a:t>‹#›</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75CD9967-F940-4E40-A1E0-E7FCA1692D51}" type="slidenum">
              <a:rPr lang="en-US" smtClean="0"/>
              <a:t>‹#›</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69D03E43-2C5B-4C9F-9464-D1A98417561D}" type="slidenum">
              <a:rPr lang="en-US" smtClean="0"/>
              <a:t>‹#›</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6FD2A54C-0802-494F-A1BE-06AAB21C45CF}" type="slidenum">
              <a:rPr lang="en-US" smtClean="0"/>
              <a:t>‹#›</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6FD2A54C-0802-494F-A1BE-06AAB21C45CF}" type="slidenum">
              <a:rPr lang="en-US" smtClean="0"/>
              <a:t>‹#›</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599DB5EA-BCA2-4B92-A50C-246497272529}" type="slidenum">
              <a:rPr lang="en-US" smtClean="0"/>
              <a:t>‹#›</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ADC1AD03-16AE-4B64-97BE-661170C6C068}" type="slidenum">
              <a:rPr lang="en-US" smtClean="0"/>
              <a:t>‹#›</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ADC1AD03-16AE-4B64-97BE-661170C6C068}" type="slidenum">
              <a:rPr lang="en-US" smtClean="0"/>
              <a:t>‹#›</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ADC1AD03-16AE-4B64-97BE-661170C6C068}" type="slidenum">
              <a:rPr lang="en-US" smtClean="0"/>
              <a:t>‹#›</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ADC1AD03-16AE-4B64-97BE-661170C6C068}" type="slidenum">
              <a:rPr lang="en-US" smtClean="0"/>
              <a:t>‹#›</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ADC1AD03-16AE-4B64-97BE-661170C6C068}" type="slidenum">
              <a:rPr lang="en-US" smtClean="0"/>
              <a:t>‹#›</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ADC1AD03-16AE-4B64-97BE-661170C6C068}" type="slidenum">
              <a:rPr lang="en-US" smtClean="0"/>
              <a:t>‹#›</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ADC1AD03-16AE-4B64-97BE-661170C6C068}" type="slidenum">
              <a:rPr lang="en-US" smtClean="0"/>
              <a:t>‹#›</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ADC1AD03-16AE-4B64-97BE-661170C6C068}" type="slidenum">
              <a:rPr lang="en-US" smtClean="0"/>
              <a:t>‹#›</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4492CB77-B23F-418E-82AC-061D1FE0668D}" type="slidenum">
              <a:rPr lang="en-US" smtClean="0"/>
              <a:t>‹#›</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3664018B-A882-4EDB-BECC-0A2EBDCE57F7}" type="slidenum">
              <a:rPr lang="en-US" smtClean="0"/>
              <a:t>‹#›</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237FC446-C98C-45C3-99E1-A878074C4CB1}" type="slidenum">
              <a:rPr lang="en-US" smtClean="0"/>
              <a:t>‹#›</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263ED3DC-792B-4FDE-9262-B082AF5D8D3C}" type="slidenum">
              <a:rPr lang="en-US" smtClean="0"/>
              <a:t>‹#›</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1143000" y="685800"/>
            <a:ext cx="4572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64F993A1-B8B7-4D46-931D-7A3BC439EF9B}" type="slidenum">
              <a:rPr lang="en-US" smtClean="0"/>
              <a:t>‹#›</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182879" y="182879"/>
            <a:ext cx="8778240" cy="6492240"/>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p:txBody>
      </p:sp>
      <p:sp>
        <p:nvSpPr>
          <p:cNvPr id="2" name="Title 1"/>
          <p:cNvSpPr>
            <a:spLocks noGrp="1" noEditPoints="1"/>
          </p:cNvSpPr>
          <p:nvPr>
            <p:ph type="ctrTitle"/>
          </p:nvPr>
        </p:nvSpPr>
        <p:spPr>
          <a:xfrm>
            <a:off x="832485" y="882376"/>
            <a:ext cx="7475220" cy="2926080"/>
          </a:xfrm>
        </p:spPr>
        <p:txBody>
          <a:bodyPr anchor="b">
            <a:normAutofit/>
          </a:bodyPr>
          <a:lstStyle>
            <a:lvl1pPr algn="ctr">
              <a:lnSpc>
                <a:spcPct val="85000"/>
              </a:lnSpc>
              <a:defRPr sz="6000" b="1" cap="all" baseline="0">
                <a:solidFill>
                  <a:srgbClr val="FFFFFF"/>
                </a:solidFill>
              </a:defRPr>
            </a:lvl1pPr>
          </a:lstStyle>
          <a:p>
            <a:r>
              <a:rPr lang="en-US" dirty="0"/>
              <a:t>Click to edit Master title style</a:t>
            </a:r>
          </a:p>
        </p:txBody>
      </p:sp>
      <p:sp>
        <p:nvSpPr>
          <p:cNvPr id="3" name="Subtitle 2"/>
          <p:cNvSpPr>
            <a:spLocks noGrp="1" noEditPoints="1"/>
          </p:cNvSpPr>
          <p:nvPr>
            <p:ph type="subTitle" idx="1"/>
          </p:nvPr>
        </p:nvSpPr>
        <p:spPr>
          <a:xfrm>
            <a:off x="1282148" y="3869635"/>
            <a:ext cx="6575895" cy="1388165"/>
          </a:xfrm>
        </p:spPr>
        <p:txBody>
          <a:bodyPr>
            <a:normAutofit/>
          </a:bodyPr>
          <a:lstStyle>
            <a:lvl1pPr marL="0" indent="0" algn="ctr">
              <a:spcBef>
                <a:spcPts val="1000"/>
              </a:spcBef>
              <a:buNone/>
              <a:defRPr sz="1800">
                <a:solidFill>
                  <a:srgbClr val="FFFFFF"/>
                </a:solidFill>
              </a:defRPr>
            </a:lvl1pPr>
            <a:lvl2pPr marL="342900" indent="0" algn="ctr">
              <a:buNone/>
              <a:defRPr sz="18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pPr lvl="0"/>
            <a:r>
              <a:rPr lang="en-US" dirty="0"/>
              <a:t>Click to edit Master subtitle style</a:t>
            </a:r>
          </a:p>
        </p:txBody>
      </p:sp>
      <p:sp>
        <p:nvSpPr>
          <p:cNvPr id="4" name="Date Placeholder 3"/>
          <p:cNvSpPr>
            <a:spLocks noGrp="1" noEditPoints="1"/>
          </p:cNvSpPr>
          <p:nvPr>
            <p:ph type="dt" sz="half" idx="10"/>
          </p:nvPr>
        </p:nvSpPr>
        <p:spPr/>
        <p:txBody>
          <a:bodyPr/>
          <a:lstStyle>
            <a:lvl1pPr>
              <a:defRPr>
                <a:solidFill>
                  <a:srgbClr val="FFFFFF"/>
                </a:solidFill>
              </a:defRPr>
            </a:lvl1pPr>
          </a:lstStyle>
          <a:p>
            <a:fld id="{7A9A650A-8BD1-4FDE-9899-1C20DF4B7708}" type="datetimeFigureOut">
              <a:rPr lang="en-US" dirty="0"/>
              <a:t>6/30/2020</a:t>
            </a:fld>
            <a:endParaRPr lang="en-US" dirty="0"/>
          </a:p>
        </p:txBody>
      </p:sp>
      <p:sp>
        <p:nvSpPr>
          <p:cNvPr id="5" name="Footer Placeholder 4"/>
          <p:cNvSpPr>
            <a:spLocks noGrp="1" noEditPoints="1"/>
          </p:cNvSpPr>
          <p:nvPr>
            <p:ph type="ftr" sz="quarter" idx="11"/>
          </p:nvPr>
        </p:nvSpPr>
        <p:spPr/>
        <p:txBody>
          <a:bodyPr/>
          <a:lstStyle>
            <a:lvl1pPr>
              <a:defRPr>
                <a:solidFill>
                  <a:srgbClr val="FFFFFF"/>
                </a:solidFill>
              </a:defRPr>
            </a:lvl1pPr>
          </a:lstStyle>
          <a:p>
            <a:endParaRPr lang="en-US" dirty="0"/>
          </a:p>
        </p:txBody>
      </p:sp>
      <p:sp>
        <p:nvSpPr>
          <p:cNvPr id="6" name="Slide Number Placeholder 5"/>
          <p:cNvSpPr>
            <a:spLocks noGrp="1" noEditPoints="1"/>
          </p:cNvSpPr>
          <p:nvPr>
            <p:ph type="sldNum" sz="quarter" idx="12"/>
          </p:nvPr>
        </p:nvSpPr>
        <p:spPr/>
        <p:txBody>
          <a:bodyPr/>
          <a:lstStyle>
            <a:lvl1pPr>
              <a:defRPr>
                <a:solidFill>
                  <a:srgbClr val="FFFFFF"/>
                </a:solidFill>
              </a:defRPr>
            </a:lvl1pPr>
          </a:lstStyle>
          <a:p>
            <a:fld id="{4FAB73BC-B049-4115-A692-8D63A059BFB8}" type="slidenum">
              <a:rPr lang="en-US" dirty="0"/>
              <a:t>‹#›</a:t>
            </a:fld>
            <a:endParaRPr lang="en-US" dirty="0"/>
          </a:p>
        </p:txBody>
      </p:sp>
      <p:cxnSp>
        <p:nvCxnSpPr>
          <p:cNvPr id="8" name="Straight Connector 7"/>
          <p:cNvCxnSpPr/>
          <p:nvPr/>
        </p:nvCxnSpPr>
        <p:spPr>
          <a:xfrm>
            <a:off x="1483995" y="3733800"/>
            <a:ext cx="61722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noEditPoints="1"/>
          </p:cNvSpPr>
          <p:nvPr>
            <p:ph type="title"/>
          </p:nvPr>
        </p:nvSpPr>
        <p:spPr/>
        <p:txBody>
          <a:bodyPr/>
          <a:lstStyle/>
          <a:p>
            <a:r>
              <a:rPr lang="en-US" dirty="0"/>
              <a:t>Click to edit Master title style</a:t>
            </a:r>
          </a:p>
        </p:txBody>
      </p:sp>
      <p:sp>
        <p:nvSpPr>
          <p:cNvPr id="3" name="Content Placeholder 2"/>
          <p:cNvSpPr>
            <a:spLocks noGrp="1" noEditPoints="1"/>
          </p:cNvSpPr>
          <p:nvPr>
            <p:ph idx="1"/>
          </p:nvPr>
        </p:nvSpPr>
        <p:spPr/>
        <p:txBody>
          <a:bodyPr/>
          <a:lstStyle>
            <a:lvl1pPr>
              <a:spcBef>
                <a:spcPts val="1000"/>
              </a:spcBef>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noEditPoints="1"/>
          </p:cNvSpPr>
          <p:nvPr>
            <p:ph type="dt" sz="half" idx="10"/>
          </p:nvPr>
        </p:nvSpPr>
        <p:spPr/>
        <p:txBody>
          <a:bodyPr/>
          <a:lstStyle/>
          <a:p>
            <a:fld id="{DC107E61-D2F8-452B-B53A-91FE1E439E24}" type="datetimeFigureOut">
              <a:rPr lang="en-US" dirty="0"/>
              <a:t>6/30/2020</a:t>
            </a:fld>
            <a:endParaRPr lang="en-US" dirty="0"/>
          </a:p>
        </p:txBody>
      </p:sp>
      <p:sp>
        <p:nvSpPr>
          <p:cNvPr id="5" name="Footer Placeholder 4"/>
          <p:cNvSpPr>
            <a:spLocks noGrp="1" noEditPoints="1"/>
          </p:cNvSpPr>
          <p:nvPr>
            <p:ph type="ftr" sz="quarter" idx="11"/>
          </p:nvPr>
        </p:nvSpPr>
        <p:spPr/>
        <p:txBody>
          <a:bodyPr/>
          <a:lstStyle/>
          <a:p>
            <a:endParaRPr lang="en-US" dirty="0"/>
          </a:p>
        </p:txBody>
      </p:sp>
      <p:sp>
        <p:nvSpPr>
          <p:cNvPr id="6" name="Slide Number Placeholder 5"/>
          <p:cNvSpPr>
            <a:spLocks noGrp="1" noEditPoints="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noEditPoints="1"/>
          </p:cNvSpPr>
          <p:nvPr>
            <p:ph type="title"/>
          </p:nvPr>
        </p:nvSpPr>
        <p:spPr>
          <a:xfrm>
            <a:off x="829818" y="1173575"/>
            <a:ext cx="7475220" cy="2926080"/>
          </a:xfrm>
        </p:spPr>
        <p:txBody>
          <a:bodyPr anchor="b">
            <a:noAutofit/>
          </a:bodyPr>
          <a:lstStyle>
            <a:lvl1pPr algn="ctr">
              <a:lnSpc>
                <a:spcPct val="85000"/>
              </a:lnSpc>
              <a:defRPr sz="6000" b="0" cap="all" baseline="0"/>
            </a:lvl1pPr>
          </a:lstStyle>
          <a:p>
            <a:r>
              <a:rPr lang="en-US" dirty="0"/>
              <a:t>Click to edit Master title style</a:t>
            </a:r>
          </a:p>
        </p:txBody>
      </p:sp>
      <p:sp>
        <p:nvSpPr>
          <p:cNvPr id="3" name="Text Placeholder 2"/>
          <p:cNvSpPr>
            <a:spLocks noGrp="1" noEditPoints="1"/>
          </p:cNvSpPr>
          <p:nvPr>
            <p:ph type="body" idx="1"/>
          </p:nvPr>
        </p:nvSpPr>
        <p:spPr>
          <a:xfrm>
            <a:off x="1282446" y="4154520"/>
            <a:ext cx="6576822" cy="1363806"/>
          </a:xfrm>
        </p:spPr>
        <p:txBody>
          <a:bodyPr anchor="t">
            <a:normAutofit/>
          </a:bodyPr>
          <a:lstStyle>
            <a:lvl1pPr marL="0" indent="0" algn="ctr">
              <a:buNone/>
              <a:defRPr sz="1800">
                <a:solidFill>
                  <a:schemeClr val="accent1"/>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4" name="Date Placeholder 3"/>
          <p:cNvSpPr>
            <a:spLocks noGrp="1" noEditPoints="1"/>
          </p:cNvSpPr>
          <p:nvPr>
            <p:ph type="dt" sz="half" idx="10"/>
          </p:nvPr>
        </p:nvSpPr>
        <p:spPr/>
        <p:txBody>
          <a:bodyPr/>
          <a:lstStyle/>
          <a:p>
            <a:fld id="{DB90D44C-5E2F-400D-88F9-B60B318A44C9}" type="datetimeFigureOut">
              <a:rPr lang="en-US" dirty="0"/>
              <a:t>6/30/2020</a:t>
            </a:fld>
            <a:endParaRPr lang="en-US" dirty="0"/>
          </a:p>
        </p:txBody>
      </p:sp>
      <p:sp>
        <p:nvSpPr>
          <p:cNvPr id="5" name="Footer Placeholder 4"/>
          <p:cNvSpPr>
            <a:spLocks noGrp="1" noEditPoints="1"/>
          </p:cNvSpPr>
          <p:nvPr>
            <p:ph type="ftr" sz="quarter" idx="11"/>
          </p:nvPr>
        </p:nvSpPr>
        <p:spPr/>
        <p:txBody>
          <a:bodyPr/>
          <a:lstStyle/>
          <a:p>
            <a:endParaRPr lang="en-US" dirty="0"/>
          </a:p>
        </p:txBody>
      </p:sp>
      <p:sp>
        <p:nvSpPr>
          <p:cNvPr id="6" name="Slide Number Placeholder 5"/>
          <p:cNvSpPr>
            <a:spLocks noGrp="1" noEditPoints="1"/>
          </p:cNvSpPr>
          <p:nvPr>
            <p:ph type="sldNum" sz="quarter" idx="12"/>
          </p:nvPr>
        </p:nvSpPr>
        <p:spPr/>
        <p:txBody>
          <a:bodyPr/>
          <a:lstStyle/>
          <a:p>
            <a:fld id="{4FAB73BC-B049-4115-A692-8D63A059BFB8}" type="slidenum">
              <a:rPr lang="en-US" dirty="0"/>
              <a:t>‹#›</a:t>
            </a:fld>
            <a:endParaRPr lang="en-US" dirty="0"/>
          </a:p>
        </p:txBody>
      </p:sp>
      <p:cxnSp>
        <p:nvCxnSpPr>
          <p:cNvPr id="7" name="Straight Connector 6"/>
          <p:cNvCxnSpPr/>
          <p:nvPr/>
        </p:nvCxnSpPr>
        <p:spPr>
          <a:xfrm>
            <a:off x="1485900" y="4020408"/>
            <a:ext cx="61722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noEditPoints="1"/>
          </p:cNvSpPr>
          <p:nvPr>
            <p:ph type="title"/>
          </p:nvPr>
        </p:nvSpPr>
        <p:spPr/>
        <p:txBody>
          <a:bodyPr/>
          <a:lstStyle/>
          <a:p>
            <a:r>
              <a:rPr lang="en-US" dirty="0"/>
              <a:t>Click to edit Master title style</a:t>
            </a:r>
          </a:p>
        </p:txBody>
      </p:sp>
      <p:sp>
        <p:nvSpPr>
          <p:cNvPr id="3" name="Content Placeholder 2"/>
          <p:cNvSpPr>
            <a:spLocks noGrp="1" noEditPoints="1"/>
          </p:cNvSpPr>
          <p:nvPr>
            <p:ph sz="half" idx="1"/>
          </p:nvPr>
        </p:nvSpPr>
        <p:spPr>
          <a:xfrm>
            <a:off x="857250" y="2057399"/>
            <a:ext cx="3566160" cy="4023360"/>
          </a:xfrm>
        </p:spPr>
        <p:txBody>
          <a:bodyPr/>
          <a:lstStyle>
            <a:lvl1pPr>
              <a:defRPr sz="165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noEditPoints="1"/>
          </p:cNvSpPr>
          <p:nvPr>
            <p:ph sz="half" idx="2"/>
          </p:nvPr>
        </p:nvSpPr>
        <p:spPr>
          <a:xfrm>
            <a:off x="4700709" y="2057400"/>
            <a:ext cx="3566160" cy="4023360"/>
          </a:xfrm>
        </p:spPr>
        <p:txBody>
          <a:bodyPr/>
          <a:lstStyle>
            <a:lvl1pPr>
              <a:defRPr sz="165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noEditPoints="1"/>
          </p:cNvSpPr>
          <p:nvPr>
            <p:ph type="dt" sz="half" idx="10"/>
          </p:nvPr>
        </p:nvSpPr>
        <p:spPr/>
        <p:txBody>
          <a:bodyPr/>
          <a:lstStyle/>
          <a:p>
            <a:fld id="{A7543A57-F65A-4C42-9156-7629C10666E9}" type="datetimeFigureOut">
              <a:rPr lang="en-US" dirty="0"/>
              <a:t>6/30/2020</a:t>
            </a:fld>
            <a:endParaRPr lang="en-US" dirty="0"/>
          </a:p>
        </p:txBody>
      </p:sp>
      <p:sp>
        <p:nvSpPr>
          <p:cNvPr id="6" name="Footer Placeholder 5"/>
          <p:cNvSpPr>
            <a:spLocks noGrp="1" noEditPoints="1"/>
          </p:cNvSpPr>
          <p:nvPr>
            <p:ph type="ftr" sz="quarter" idx="11"/>
          </p:nvPr>
        </p:nvSpPr>
        <p:spPr/>
        <p:txBody>
          <a:bodyPr/>
          <a:lstStyle/>
          <a:p>
            <a:endParaRPr lang="en-US" dirty="0"/>
          </a:p>
        </p:txBody>
      </p:sp>
      <p:sp>
        <p:nvSpPr>
          <p:cNvPr id="7" name="Slide Number Placeholder 6"/>
          <p:cNvSpPr>
            <a:spLocks noGrp="1" noEditPoints="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noEditPoints="1"/>
          </p:cNvSpPr>
          <p:nvPr>
            <p:ph type="title"/>
          </p:nvPr>
        </p:nvSpPr>
        <p:spPr/>
        <p:txBody>
          <a:bodyPr/>
          <a:lstStyle/>
          <a:p>
            <a:r>
              <a:rPr lang="en-US" dirty="0"/>
              <a:t>Click to edit Master title style</a:t>
            </a:r>
          </a:p>
        </p:txBody>
      </p:sp>
      <p:sp>
        <p:nvSpPr>
          <p:cNvPr id="3" name="Text Placeholder 2"/>
          <p:cNvSpPr>
            <a:spLocks noGrp="1" noEditPoints="1"/>
          </p:cNvSpPr>
          <p:nvPr>
            <p:ph type="body" idx="1"/>
          </p:nvPr>
        </p:nvSpPr>
        <p:spPr>
          <a:xfrm>
            <a:off x="857250" y="2001511"/>
            <a:ext cx="3566160" cy="777240"/>
          </a:xfrm>
        </p:spPr>
        <p:txBody>
          <a:bodyPr anchor="ctr"/>
          <a:lstStyle>
            <a:lvl1pPr marL="0" indent="0">
              <a:spcBef>
                <a:spcPts val="0"/>
              </a:spcBef>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noEditPoints="1"/>
          </p:cNvSpPr>
          <p:nvPr>
            <p:ph sz="half" idx="2"/>
          </p:nvPr>
        </p:nvSpPr>
        <p:spPr>
          <a:xfrm>
            <a:off x="857250" y="2721483"/>
            <a:ext cx="3566160" cy="3383280"/>
          </a:xfrm>
        </p:spPr>
        <p:txBody>
          <a:bodyPr/>
          <a:lstStyle>
            <a:lvl1pPr>
              <a:defRPr sz="165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noEditPoints="1"/>
          </p:cNvSpPr>
          <p:nvPr>
            <p:ph type="body" sz="quarter" idx="3"/>
          </p:nvPr>
        </p:nvSpPr>
        <p:spPr>
          <a:xfrm>
            <a:off x="4701880" y="1999032"/>
            <a:ext cx="3566160" cy="777240"/>
          </a:xfrm>
        </p:spPr>
        <p:txBody>
          <a:bodyPr anchor="ctr"/>
          <a:lstStyle>
            <a:lvl1pPr marL="0" indent="0">
              <a:spcBef>
                <a:spcPts val="0"/>
              </a:spcBef>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noEditPoints="1"/>
          </p:cNvSpPr>
          <p:nvPr>
            <p:ph sz="quarter" idx="4"/>
          </p:nvPr>
        </p:nvSpPr>
        <p:spPr>
          <a:xfrm>
            <a:off x="4701880" y="2719322"/>
            <a:ext cx="3566160" cy="3383280"/>
          </a:xfrm>
        </p:spPr>
        <p:txBody>
          <a:bodyPr/>
          <a:lstStyle>
            <a:lvl1pPr>
              <a:defRPr sz="165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noEditPoints="1"/>
          </p:cNvSpPr>
          <p:nvPr>
            <p:ph type="dt" sz="half" idx="10"/>
          </p:nvPr>
        </p:nvSpPr>
        <p:spPr/>
        <p:txBody>
          <a:bodyPr/>
          <a:lstStyle/>
          <a:p>
            <a:fld id="{969FBF0B-319E-4F95-BA43-902EB3DC9783}" type="datetimeFigureOut">
              <a:rPr lang="en-US" dirty="0"/>
              <a:t>6/30/2020</a:t>
            </a:fld>
            <a:endParaRPr lang="en-US" dirty="0"/>
          </a:p>
        </p:txBody>
      </p:sp>
      <p:sp>
        <p:nvSpPr>
          <p:cNvPr id="8" name="Footer Placeholder 7"/>
          <p:cNvSpPr>
            <a:spLocks noGrp="1" noEditPoints="1"/>
          </p:cNvSpPr>
          <p:nvPr>
            <p:ph type="ftr" sz="quarter" idx="11"/>
          </p:nvPr>
        </p:nvSpPr>
        <p:spPr/>
        <p:txBody>
          <a:bodyPr/>
          <a:lstStyle/>
          <a:p>
            <a:endParaRPr lang="en-US" dirty="0"/>
          </a:p>
        </p:txBody>
      </p:sp>
      <p:sp>
        <p:nvSpPr>
          <p:cNvPr id="9" name="Slide Number Placeholder 8"/>
          <p:cNvSpPr>
            <a:spLocks noGrp="1" noEditPoints="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noEditPoints="1"/>
          </p:cNvSpPr>
          <p:nvPr>
            <p:ph type="title"/>
          </p:nvPr>
        </p:nvSpPr>
        <p:spPr/>
        <p:txBody>
          <a:bodyPr/>
          <a:lstStyle/>
          <a:p>
            <a:r>
              <a:rPr lang="en-US" dirty="0"/>
              <a:t>Click to edit Master title style</a:t>
            </a:r>
          </a:p>
        </p:txBody>
      </p:sp>
      <p:sp>
        <p:nvSpPr>
          <p:cNvPr id="3" name="Date Placeholder 2"/>
          <p:cNvSpPr>
            <a:spLocks noGrp="1" noEditPoints="1"/>
          </p:cNvSpPr>
          <p:nvPr>
            <p:ph type="dt" sz="half" idx="10"/>
          </p:nvPr>
        </p:nvSpPr>
        <p:spPr/>
        <p:txBody>
          <a:bodyPr/>
          <a:lstStyle/>
          <a:p>
            <a:fld id="{081158B3-6703-4BBB-A09E-33FD65E7DB24}" type="datetimeFigureOut">
              <a:rPr lang="en-US" dirty="0"/>
              <a:t>6/30/2020</a:t>
            </a:fld>
            <a:endParaRPr lang="en-US" dirty="0"/>
          </a:p>
        </p:txBody>
      </p:sp>
      <p:sp>
        <p:nvSpPr>
          <p:cNvPr id="4" name="Footer Placeholder 3"/>
          <p:cNvSpPr>
            <a:spLocks noGrp="1" noEditPoints="1"/>
          </p:cNvSpPr>
          <p:nvPr>
            <p:ph type="ftr" sz="quarter" idx="11"/>
          </p:nvPr>
        </p:nvSpPr>
        <p:spPr/>
        <p:txBody>
          <a:bodyPr/>
          <a:lstStyle/>
          <a:p>
            <a:endParaRPr lang="en-US" dirty="0"/>
          </a:p>
        </p:txBody>
      </p:sp>
      <p:sp>
        <p:nvSpPr>
          <p:cNvPr id="5" name="Slide Number Placeholder 4"/>
          <p:cNvSpPr>
            <a:spLocks noGrp="1" noEditPoints="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noEditPoints="1"/>
          </p:cNvSpPr>
          <p:nvPr>
            <p:ph type="dt" sz="half" idx="10"/>
          </p:nvPr>
        </p:nvSpPr>
        <p:spPr/>
        <p:txBody>
          <a:bodyPr/>
          <a:lstStyle/>
          <a:p>
            <a:fld id="{AFFE9955-2DD3-491E-92B6-7018343227CE}" type="datetimeFigureOut">
              <a:rPr lang="en-US" dirty="0"/>
              <a:t>6/30/2020</a:t>
            </a:fld>
            <a:endParaRPr lang="en-US" dirty="0"/>
          </a:p>
        </p:txBody>
      </p:sp>
      <p:sp>
        <p:nvSpPr>
          <p:cNvPr id="3" name="Footer Placeholder 2"/>
          <p:cNvSpPr>
            <a:spLocks noGrp="1" noEditPoints="1"/>
          </p:cNvSpPr>
          <p:nvPr>
            <p:ph type="ftr" sz="quarter" idx="11"/>
          </p:nvPr>
        </p:nvSpPr>
        <p:spPr/>
        <p:txBody>
          <a:bodyPr/>
          <a:lstStyle/>
          <a:p>
            <a:endParaRPr lang="en-US" dirty="0"/>
          </a:p>
        </p:txBody>
      </p:sp>
      <p:sp>
        <p:nvSpPr>
          <p:cNvPr id="4" name="Slide Number Placeholder 3"/>
          <p:cNvSpPr>
            <a:spLocks noGrp="1" noEditPoints="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noEditPoints="1"/>
          </p:cNvSpPr>
          <p:nvPr>
            <p:ph type="title"/>
          </p:nvPr>
        </p:nvSpPr>
        <p:spPr>
          <a:xfrm>
            <a:off x="857250" y="1097280"/>
            <a:ext cx="2834640" cy="1737360"/>
          </a:xfrm>
        </p:spPr>
        <p:txBody>
          <a:bodyPr anchor="b">
            <a:noAutofit/>
          </a:bodyPr>
          <a:lstStyle>
            <a:lvl1pPr>
              <a:lnSpc>
                <a:spcPct val="90000"/>
              </a:lnSpc>
              <a:defRPr sz="3000" b="0"/>
            </a:lvl1pPr>
          </a:lstStyle>
          <a:p>
            <a:r>
              <a:rPr lang="en-US" dirty="0"/>
              <a:t>Click to edit Master title style</a:t>
            </a:r>
          </a:p>
        </p:txBody>
      </p:sp>
      <p:sp>
        <p:nvSpPr>
          <p:cNvPr id="3" name="Content Placeholder 2"/>
          <p:cNvSpPr>
            <a:spLocks noGrp="1" noEditPoints="1"/>
          </p:cNvSpPr>
          <p:nvPr>
            <p:ph idx="1"/>
          </p:nvPr>
        </p:nvSpPr>
        <p:spPr>
          <a:xfrm>
            <a:off x="4129314" y="1097280"/>
            <a:ext cx="4149638" cy="4663440"/>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noEditPoints="1"/>
          </p:cNvSpPr>
          <p:nvPr>
            <p:ph type="body" sz="half" idx="2"/>
          </p:nvPr>
        </p:nvSpPr>
        <p:spPr>
          <a:xfrm>
            <a:off x="857250" y="2834640"/>
            <a:ext cx="2834640" cy="2926080"/>
          </a:xfrm>
        </p:spPr>
        <p:txBody>
          <a:bodyPr>
            <a:normAutofit/>
          </a:bodyPr>
          <a:lstStyle>
            <a:lvl1pPr marL="0" indent="0">
              <a:lnSpc>
                <a:spcPct val="100000"/>
              </a:lnSpc>
              <a:spcBef>
                <a:spcPts val="800"/>
              </a:spcBef>
              <a:buNone/>
              <a:defRPr sz="1275"/>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noEditPoints="1"/>
          </p:cNvSpPr>
          <p:nvPr>
            <p:ph type="dt" sz="half" idx="10"/>
          </p:nvPr>
        </p:nvSpPr>
        <p:spPr/>
        <p:txBody>
          <a:bodyPr/>
          <a:lstStyle/>
          <a:p>
            <a:fld id="{19888A28-1D79-4F41-9521-CF26BB2C7EE3}" type="datetimeFigureOut">
              <a:rPr lang="en-US" dirty="0"/>
              <a:t>6/30/2020</a:t>
            </a:fld>
            <a:endParaRPr lang="en-US" dirty="0"/>
          </a:p>
        </p:txBody>
      </p:sp>
      <p:sp>
        <p:nvSpPr>
          <p:cNvPr id="6" name="Footer Placeholder 5"/>
          <p:cNvSpPr>
            <a:spLocks noGrp="1" noEditPoints="1"/>
          </p:cNvSpPr>
          <p:nvPr>
            <p:ph type="ftr" sz="quarter" idx="11"/>
          </p:nvPr>
        </p:nvSpPr>
        <p:spPr/>
        <p:txBody>
          <a:bodyPr/>
          <a:lstStyle/>
          <a:p>
            <a:endParaRPr lang="en-US" dirty="0"/>
          </a:p>
        </p:txBody>
      </p:sp>
      <p:sp>
        <p:nvSpPr>
          <p:cNvPr id="7" name="Slide Number Placeholder 6"/>
          <p:cNvSpPr>
            <a:spLocks noGrp="1" noEditPoints="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noEditPoints="1"/>
          </p:cNvSpPr>
          <p:nvPr>
            <p:ph type="title"/>
          </p:nvPr>
        </p:nvSpPr>
        <p:spPr>
          <a:xfrm>
            <a:off x="857250" y="1097280"/>
            <a:ext cx="2834640" cy="1737360"/>
          </a:xfrm>
        </p:spPr>
        <p:txBody>
          <a:bodyPr anchor="b">
            <a:noAutofit/>
          </a:bodyPr>
          <a:lstStyle>
            <a:lvl1pPr>
              <a:lnSpc>
                <a:spcPct val="90000"/>
              </a:lnSpc>
              <a:defRPr sz="3000" b="0"/>
            </a:lvl1pPr>
          </a:lstStyle>
          <a:p>
            <a:r>
              <a:rPr lang="en-US" dirty="0"/>
              <a:t>Click to edit Master title style</a:t>
            </a:r>
          </a:p>
        </p:txBody>
      </p:sp>
      <p:sp>
        <p:nvSpPr>
          <p:cNvPr id="3" name="Picture Placeholder 2"/>
          <p:cNvSpPr>
            <a:spLocks noGrp="1" noChangeAspect="1" noEditPoints="1"/>
          </p:cNvSpPr>
          <p:nvPr>
            <p:ph type="pic" idx="1"/>
          </p:nvPr>
        </p:nvSpPr>
        <p:spPr>
          <a:xfrm>
            <a:off x="4019107" y="1069847"/>
            <a:ext cx="4257703" cy="4645153"/>
          </a:xfrm>
        </p:spPr>
        <p:txBody>
          <a:bodyPr lIns="274320" tIns="182880" anchor="t">
            <a:normAutofit/>
          </a:bodyPr>
          <a:lstStyle>
            <a:lvl1pPr marL="0" indent="0">
              <a:buNone/>
              <a:defRPr sz="21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endParaRPr lang="en-US" dirty="0"/>
          </a:p>
        </p:txBody>
      </p:sp>
      <p:sp>
        <p:nvSpPr>
          <p:cNvPr id="4" name="Text Placeholder 3"/>
          <p:cNvSpPr>
            <a:spLocks noGrp="1" noEditPoints="1"/>
          </p:cNvSpPr>
          <p:nvPr>
            <p:ph type="body" sz="half" idx="2"/>
          </p:nvPr>
        </p:nvSpPr>
        <p:spPr>
          <a:xfrm>
            <a:off x="857250" y="2834640"/>
            <a:ext cx="2834640" cy="2880360"/>
          </a:xfrm>
        </p:spPr>
        <p:txBody>
          <a:bodyPr>
            <a:normAutofit/>
          </a:bodyPr>
          <a:lstStyle>
            <a:lvl1pPr marL="0" indent="0">
              <a:lnSpc>
                <a:spcPct val="100000"/>
              </a:lnSpc>
              <a:spcBef>
                <a:spcPts val="800"/>
              </a:spcBef>
              <a:buNone/>
              <a:defRPr sz="1275"/>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noEditPoints="1"/>
          </p:cNvSpPr>
          <p:nvPr>
            <p:ph type="dt" sz="half" idx="10"/>
          </p:nvPr>
        </p:nvSpPr>
        <p:spPr/>
        <p:txBody>
          <a:bodyPr/>
          <a:lstStyle/>
          <a:p>
            <a:fld id="{43BD9950-AF07-4F2A-A949-E1C816A93B30}" type="datetimeFigureOut">
              <a:rPr lang="en-US" dirty="0"/>
              <a:t>6/30/2020</a:t>
            </a:fld>
            <a:endParaRPr lang="en-US" dirty="0"/>
          </a:p>
        </p:txBody>
      </p:sp>
      <p:sp>
        <p:nvSpPr>
          <p:cNvPr id="6" name="Footer Placeholder 5"/>
          <p:cNvSpPr>
            <a:spLocks noGrp="1" noEditPoints="1"/>
          </p:cNvSpPr>
          <p:nvPr>
            <p:ph type="ftr" sz="quarter" idx="11"/>
          </p:nvPr>
        </p:nvSpPr>
        <p:spPr/>
        <p:txBody>
          <a:bodyPr/>
          <a:lstStyle/>
          <a:p>
            <a:endParaRPr lang="en-US" dirty="0"/>
          </a:p>
        </p:txBody>
      </p:sp>
      <p:sp>
        <p:nvSpPr>
          <p:cNvPr id="7" name="Slide Number Placeholder 6"/>
          <p:cNvSpPr>
            <a:spLocks noGrp="1" noEditPoints="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noEditPoints="1"/>
          </p:cNvSpPr>
          <p:nvPr>
            <p:ph type="title"/>
          </p:nvPr>
        </p:nvSpPr>
        <p:spPr/>
        <p:txBody>
          <a:bodyPr/>
          <a:lstStyle/>
          <a:p>
            <a:r>
              <a:rPr lang="en-US" dirty="0"/>
              <a:t>Click to edit Master title style</a:t>
            </a:r>
          </a:p>
        </p:txBody>
      </p:sp>
      <p:sp>
        <p:nvSpPr>
          <p:cNvPr id="3" name="Vertical Text Placeholder 2"/>
          <p:cNvSpPr>
            <a:spLocks noGrp="1" noEditPoints="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noEditPoints="1"/>
          </p:cNvSpPr>
          <p:nvPr>
            <p:ph type="dt" sz="half" idx="10"/>
          </p:nvPr>
        </p:nvSpPr>
        <p:spPr/>
        <p:txBody>
          <a:bodyPr/>
          <a:lstStyle/>
          <a:p>
            <a:fld id="{4DA3262D-6073-4A30-973C-53BE1D29884A}" type="datetimeFigureOut">
              <a:rPr lang="en-US" dirty="0"/>
              <a:t>6/30/2020</a:t>
            </a:fld>
            <a:endParaRPr lang="en-US" dirty="0"/>
          </a:p>
        </p:txBody>
      </p:sp>
      <p:sp>
        <p:nvSpPr>
          <p:cNvPr id="5" name="Footer Placeholder 4"/>
          <p:cNvSpPr>
            <a:spLocks noGrp="1" noEditPoints="1"/>
          </p:cNvSpPr>
          <p:nvPr>
            <p:ph type="ftr" sz="quarter" idx="11"/>
          </p:nvPr>
        </p:nvSpPr>
        <p:spPr/>
        <p:txBody>
          <a:bodyPr/>
          <a:lstStyle/>
          <a:p>
            <a:endParaRPr lang="en-US" dirty="0"/>
          </a:p>
        </p:txBody>
      </p:sp>
      <p:sp>
        <p:nvSpPr>
          <p:cNvPr id="6" name="Slide Number Placeholder 5"/>
          <p:cNvSpPr>
            <a:spLocks noGrp="1" noEditPoints="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noEditPoints="1"/>
          </p:cNvSpPr>
          <p:nvPr>
            <p:ph type="title" orient="vert"/>
          </p:nvPr>
        </p:nvSpPr>
        <p:spPr>
          <a:xfrm>
            <a:off x="6543675" y="762000"/>
            <a:ext cx="1743075" cy="5410200"/>
          </a:xfrm>
        </p:spPr>
        <p:txBody>
          <a:bodyPr vert="eaVert"/>
          <a:lstStyle/>
          <a:p>
            <a:r>
              <a:rPr lang="en-US" dirty="0"/>
              <a:t>Click to edit Master title style</a:t>
            </a:r>
          </a:p>
        </p:txBody>
      </p:sp>
      <p:sp>
        <p:nvSpPr>
          <p:cNvPr id="3" name="Vertical Text Placeholder 2"/>
          <p:cNvSpPr>
            <a:spLocks noGrp="1" noEditPoints="1"/>
          </p:cNvSpPr>
          <p:nvPr>
            <p:ph type="body" orient="vert" idx="1"/>
          </p:nvPr>
        </p:nvSpPr>
        <p:spPr>
          <a:xfrm>
            <a:off x="857250" y="762000"/>
            <a:ext cx="5572125" cy="5410200"/>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noEditPoints="1"/>
          </p:cNvSpPr>
          <p:nvPr>
            <p:ph type="dt" sz="half" idx="10"/>
          </p:nvPr>
        </p:nvSpPr>
        <p:spPr/>
        <p:txBody>
          <a:bodyPr/>
          <a:lstStyle/>
          <a:p>
            <a:fld id="{C00AB0AF-EEE9-4421-9298-EB11A547E63F}" type="datetimeFigureOut">
              <a:rPr lang="en-US" dirty="0"/>
              <a:t>6/30/2020</a:t>
            </a:fld>
            <a:endParaRPr lang="en-US" dirty="0"/>
          </a:p>
        </p:txBody>
      </p:sp>
      <p:sp>
        <p:nvSpPr>
          <p:cNvPr id="5" name="Footer Placeholder 4"/>
          <p:cNvSpPr>
            <a:spLocks noGrp="1" noEditPoints="1"/>
          </p:cNvSpPr>
          <p:nvPr>
            <p:ph type="ftr" sz="quarter" idx="11"/>
          </p:nvPr>
        </p:nvSpPr>
        <p:spPr/>
        <p:txBody>
          <a:bodyPr/>
          <a:lstStyle/>
          <a:p>
            <a:endParaRPr lang="en-US" dirty="0"/>
          </a:p>
        </p:txBody>
      </p:sp>
      <p:sp>
        <p:nvSpPr>
          <p:cNvPr id="6" name="Slide Number Placeholder 5"/>
          <p:cNvSpPr>
            <a:spLocks noGrp="1" noEditPoints="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p:bgPr>
    </p:bg>
    <p:spTree>
      <p:nvGrpSpPr>
        <p:cNvPr id="1" name=""/>
        <p:cNvGrpSpPr/>
        <p:nvPr/>
      </p:nvGrpSpPr>
      <p:grpSpPr>
        <a:xfrm>
          <a:off x="0" y="0"/>
          <a:ext cx="0" cy="0"/>
          <a:chOff x="0" y="0"/>
          <a:chExt cx="0" cy="0"/>
        </a:xfrm>
      </p:grpSpPr>
      <p:sp>
        <p:nvSpPr>
          <p:cNvPr id="7" name="Rectangle 6"/>
          <p:cNvSpPr/>
          <p:nvPr/>
        </p:nvSpPr>
        <p:spPr>
          <a:xfrm>
            <a:off x="182880" y="182880"/>
            <a:ext cx="8778240" cy="649224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p:txBody>
      </p:sp>
      <p:sp>
        <p:nvSpPr>
          <p:cNvPr id="2" name="Title Placeholder 1"/>
          <p:cNvSpPr>
            <a:spLocks noGrp="1" noEditPoints="1"/>
          </p:cNvSpPr>
          <p:nvPr>
            <p:ph type="title"/>
          </p:nvPr>
        </p:nvSpPr>
        <p:spPr>
          <a:xfrm>
            <a:off x="857250" y="609600"/>
            <a:ext cx="7406640" cy="135636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noEditPoints="1"/>
          </p:cNvSpPr>
          <p:nvPr>
            <p:ph type="body" idx="1"/>
          </p:nvPr>
        </p:nvSpPr>
        <p:spPr>
          <a:xfrm>
            <a:off x="857251" y="2057400"/>
            <a:ext cx="7404653" cy="40386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noEditPoints="1"/>
          </p:cNvSpPr>
          <p:nvPr>
            <p:ph type="dt" sz="half" idx="2"/>
          </p:nvPr>
        </p:nvSpPr>
        <p:spPr>
          <a:xfrm>
            <a:off x="857247" y="6223829"/>
            <a:ext cx="1746806" cy="365125"/>
          </a:xfrm>
          <a:prstGeom prst="rect">
            <a:avLst/>
          </a:prstGeom>
        </p:spPr>
        <p:txBody>
          <a:bodyPr vert="horz" lIns="91440" tIns="45720" rIns="91440" bIns="45720" rtlCol="0" anchor="ctr"/>
          <a:lstStyle>
            <a:lvl1pPr algn="l">
              <a:defRPr sz="1000">
                <a:solidFill>
                  <a:schemeClr val="accent1"/>
                </a:solidFill>
              </a:defRPr>
            </a:lvl1pPr>
          </a:lstStyle>
          <a:p>
            <a:fld id="{34A43A2E-6632-4F9D-8728-2CF59ACBBE60}" type="datetimeFigureOut">
              <a:rPr lang="en-US" dirty="0"/>
              <a:t>6/30/2020</a:t>
            </a:fld>
            <a:endParaRPr lang="en-US" dirty="0"/>
          </a:p>
        </p:txBody>
      </p:sp>
      <p:sp>
        <p:nvSpPr>
          <p:cNvPr id="5" name="Footer Placeholder 4"/>
          <p:cNvSpPr>
            <a:spLocks noGrp="1" noEditPoints="1"/>
          </p:cNvSpPr>
          <p:nvPr>
            <p:ph type="ftr" sz="quarter" idx="3"/>
          </p:nvPr>
        </p:nvSpPr>
        <p:spPr>
          <a:xfrm>
            <a:off x="2961861" y="6223829"/>
            <a:ext cx="3538331" cy="365125"/>
          </a:xfrm>
          <a:prstGeom prst="rect">
            <a:avLst/>
          </a:prstGeom>
        </p:spPr>
        <p:txBody>
          <a:bodyPr vert="horz" lIns="91440" tIns="45720" rIns="91440" bIns="45720" rtlCol="0" anchor="ctr"/>
          <a:lstStyle>
            <a:lvl1pPr algn="ctr">
              <a:defRPr sz="1000">
                <a:solidFill>
                  <a:schemeClr val="accent1"/>
                </a:solidFill>
              </a:defRPr>
            </a:lvl1pPr>
          </a:lstStyle>
          <a:p>
            <a:endParaRPr lang="en-US" dirty="0"/>
          </a:p>
        </p:txBody>
      </p:sp>
      <p:sp>
        <p:nvSpPr>
          <p:cNvPr id="6" name="Slide Number Placeholder 5"/>
          <p:cNvSpPr>
            <a:spLocks noGrp="1" noEditPoints="1"/>
          </p:cNvSpPr>
          <p:nvPr>
            <p:ph type="sldNum" sz="quarter" idx="4"/>
          </p:nvPr>
        </p:nvSpPr>
        <p:spPr>
          <a:xfrm>
            <a:off x="6997148" y="6223829"/>
            <a:ext cx="1279663" cy="365125"/>
          </a:xfrm>
          <a:prstGeom prst="rect">
            <a:avLst/>
          </a:prstGeom>
        </p:spPr>
        <p:txBody>
          <a:bodyPr vert="horz" lIns="91440" tIns="45720" rIns="91440" bIns="45720" rtlCol="0" anchor="ctr"/>
          <a:lstStyle>
            <a:lvl1pPr algn="r">
              <a:defRPr sz="1000">
                <a:solidFill>
                  <a:schemeClr val="accent1"/>
                </a:solidFill>
              </a:defRPr>
            </a:lvl1pPr>
          </a:lstStyle>
          <a:p>
            <a:fld id="{4FAB73BC-B049-4115-A692-8D63A059BFB8}" type="slidenum">
              <a:rPr lang="en-US" dirty="0"/>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85800" rtl="0" eaLnBrk="1" latinLnBrk="0" hangingPunct="1">
        <a:lnSpc>
          <a:spcPct val="90000"/>
        </a:lnSpc>
        <a:spcBef>
          <a:spcPct val="0"/>
        </a:spcBef>
        <a:buNone/>
        <a:defRPr sz="4000" kern="1200">
          <a:solidFill>
            <a:schemeClr val="accent1"/>
          </a:solidFill>
          <a:latin typeface="+mj-lt"/>
          <a:ea typeface="+mj-ea"/>
          <a:cs typeface="+mj-cs"/>
        </a:defRPr>
      </a:lvl1pPr>
    </p:titleStyle>
    <p:bodyStyle>
      <a:lvl1pPr marL="171450" indent="-137160" algn="l" defTabSz="685800" rtl="0" eaLnBrk="1" latinLnBrk="0" hangingPunct="1">
        <a:lnSpc>
          <a:spcPct val="90000"/>
        </a:lnSpc>
        <a:spcBef>
          <a:spcPts val="1000"/>
        </a:spcBef>
        <a:buClr>
          <a:schemeClr val="accent1"/>
        </a:buClr>
        <a:buSzPct val="80000"/>
        <a:buFont typeface="Corbel" pitchFamily="34" charset="0" panose="020B0503020204020204"/>
        <a:buChar char="•"/>
        <a:defRPr sz="2000" kern="1200">
          <a:solidFill>
            <a:schemeClr val="accent1"/>
          </a:solidFill>
          <a:latin typeface="+mn-lt"/>
          <a:ea typeface="+mn-ea"/>
          <a:cs typeface="+mn-cs"/>
        </a:defRPr>
      </a:lvl1pPr>
      <a:lvl2pPr marL="342900" indent="-137160" algn="l" defTabSz="685800" rtl="0" eaLnBrk="1" latinLnBrk="0" hangingPunct="1">
        <a:lnSpc>
          <a:spcPct val="90000"/>
        </a:lnSpc>
        <a:spcBef>
          <a:spcPts val="150"/>
        </a:spcBef>
        <a:spcAft>
          <a:spcPts val="300"/>
        </a:spcAft>
        <a:buClr>
          <a:schemeClr val="accent1"/>
        </a:buClr>
        <a:buSzPct val="80000"/>
        <a:buFont typeface="Corbel" pitchFamily="34" charset="0" panose="020B0503020204020204"/>
        <a:buChar char="•"/>
        <a:defRPr sz="1800" kern="1200">
          <a:solidFill>
            <a:schemeClr val="accent1"/>
          </a:solidFill>
          <a:latin typeface="+mn-lt"/>
          <a:ea typeface="+mn-ea"/>
          <a:cs typeface="+mn-cs"/>
        </a:defRPr>
      </a:lvl2pPr>
      <a:lvl3pPr marL="548640" indent="-137160" algn="l" defTabSz="685800" rtl="0" eaLnBrk="1" latinLnBrk="0" hangingPunct="1">
        <a:lnSpc>
          <a:spcPct val="90000"/>
        </a:lnSpc>
        <a:spcBef>
          <a:spcPts val="150"/>
        </a:spcBef>
        <a:spcAft>
          <a:spcPts val="300"/>
        </a:spcAft>
        <a:buClr>
          <a:schemeClr val="accent1"/>
        </a:buClr>
        <a:buSzPct val="80000"/>
        <a:buFont typeface="Corbel" pitchFamily="34" charset="0" panose="020B0503020204020204"/>
        <a:buChar char="•"/>
        <a:defRPr sz="1600" kern="1200">
          <a:solidFill>
            <a:schemeClr val="accent1"/>
          </a:solidFill>
          <a:latin typeface="+mn-lt"/>
          <a:ea typeface="+mn-ea"/>
          <a:cs typeface="+mn-cs"/>
        </a:defRPr>
      </a:lvl3pPr>
      <a:lvl4pPr marL="754380" indent="-137160" algn="l" defTabSz="685800" rtl="0" eaLnBrk="1" latinLnBrk="0" hangingPunct="1">
        <a:lnSpc>
          <a:spcPct val="90000"/>
        </a:lnSpc>
        <a:spcBef>
          <a:spcPts val="150"/>
        </a:spcBef>
        <a:spcAft>
          <a:spcPts val="300"/>
        </a:spcAft>
        <a:buClr>
          <a:schemeClr val="accent1"/>
        </a:buClr>
        <a:buSzPct val="80000"/>
        <a:buFont typeface="Corbel" pitchFamily="34" charset="0" panose="020B0503020204020204"/>
        <a:buChar char="•"/>
        <a:defRPr sz="1400" kern="1200">
          <a:solidFill>
            <a:schemeClr val="accent1"/>
          </a:solidFill>
          <a:latin typeface="+mn-lt"/>
          <a:ea typeface="+mn-ea"/>
          <a:cs typeface="+mn-cs"/>
        </a:defRPr>
      </a:lvl4pPr>
      <a:lvl5pPr marL="920120" indent="-137160" algn="l" defTabSz="685800" rtl="0" eaLnBrk="1" latinLnBrk="0" hangingPunct="1">
        <a:lnSpc>
          <a:spcPct val="90000"/>
        </a:lnSpc>
        <a:spcBef>
          <a:spcPts val="150"/>
        </a:spcBef>
        <a:spcAft>
          <a:spcPts val="300"/>
        </a:spcAft>
        <a:buClr>
          <a:schemeClr val="accent1"/>
        </a:buClr>
        <a:buSzPct val="80000"/>
        <a:buFont typeface="Corbel" pitchFamily="34" charset="0" panose="020B0503020204020204"/>
        <a:buChar char="•"/>
        <a:defRPr sz="1400" kern="1200">
          <a:solidFill>
            <a:schemeClr val="accent1"/>
          </a:solidFill>
          <a:latin typeface="+mn-lt"/>
          <a:ea typeface="+mn-ea"/>
          <a:cs typeface="+mn-cs"/>
        </a:defRPr>
      </a:lvl5pPr>
      <a:lvl6pPr marL="1100000" indent="-171450" algn="l" defTabSz="685800" rtl="0" eaLnBrk="1" latinLnBrk="0" hangingPunct="1">
        <a:lnSpc>
          <a:spcPct val="90000"/>
        </a:lnSpc>
        <a:spcBef>
          <a:spcPts val="150"/>
        </a:spcBef>
        <a:spcAft>
          <a:spcPts val="300"/>
        </a:spcAft>
        <a:buClr>
          <a:schemeClr val="accent1"/>
        </a:buClr>
        <a:buSzPct val="80000"/>
        <a:buFont typeface="Corbel" pitchFamily="34" charset="0" panose="020B0503020204020204"/>
        <a:buChar char="•"/>
        <a:defRPr sz="1400" kern="1200">
          <a:solidFill>
            <a:schemeClr val="accent1"/>
          </a:solidFill>
          <a:latin typeface="+mn-lt"/>
          <a:ea typeface="+mn-ea"/>
          <a:cs typeface="+mn-cs"/>
        </a:defRPr>
      </a:lvl6pPr>
      <a:lvl7pPr marL="1300000" indent="-171450" algn="l" defTabSz="685800" rtl="0" eaLnBrk="1" latinLnBrk="0" hangingPunct="1">
        <a:lnSpc>
          <a:spcPct val="90000"/>
        </a:lnSpc>
        <a:spcBef>
          <a:spcPts val="150"/>
        </a:spcBef>
        <a:spcAft>
          <a:spcPts val="300"/>
        </a:spcAft>
        <a:buClr>
          <a:schemeClr val="accent1"/>
        </a:buClr>
        <a:buSzPct val="80000"/>
        <a:buFont typeface="Corbel" pitchFamily="34" charset="0" panose="020B0503020204020204"/>
        <a:buChar char="•"/>
        <a:defRPr sz="1400" kern="1200">
          <a:solidFill>
            <a:schemeClr val="accent1"/>
          </a:solidFill>
          <a:latin typeface="+mn-lt"/>
          <a:ea typeface="+mn-ea"/>
          <a:cs typeface="+mn-cs"/>
        </a:defRPr>
      </a:lvl7pPr>
      <a:lvl8pPr marL="1500000" indent="-171450" algn="l" defTabSz="685800" rtl="0" eaLnBrk="1" latinLnBrk="0" hangingPunct="1">
        <a:lnSpc>
          <a:spcPct val="90000"/>
        </a:lnSpc>
        <a:spcBef>
          <a:spcPts val="150"/>
        </a:spcBef>
        <a:spcAft>
          <a:spcPts val="300"/>
        </a:spcAft>
        <a:buClr>
          <a:schemeClr val="accent1"/>
        </a:buClr>
        <a:buSzPct val="80000"/>
        <a:buFont typeface="Corbel" pitchFamily="34" charset="0" panose="020B0503020204020204"/>
        <a:buChar char="•"/>
        <a:defRPr sz="1400" kern="1200">
          <a:solidFill>
            <a:schemeClr val="accent1"/>
          </a:solidFill>
          <a:latin typeface="+mn-lt"/>
          <a:ea typeface="+mn-ea"/>
          <a:cs typeface="+mn-cs"/>
        </a:defRPr>
      </a:lvl8pPr>
      <a:lvl9pPr marL="1700000" indent="-171450" algn="l" defTabSz="685800" rtl="0" eaLnBrk="1" latinLnBrk="0" hangingPunct="1">
        <a:lnSpc>
          <a:spcPct val="90000"/>
        </a:lnSpc>
        <a:spcBef>
          <a:spcPts val="150"/>
        </a:spcBef>
        <a:spcAft>
          <a:spcPts val="300"/>
        </a:spcAft>
        <a:buClr>
          <a:schemeClr val="accent1"/>
        </a:buClr>
        <a:buSzPct val="80000"/>
        <a:buFont typeface="Corbel" pitchFamily="34" charset="0" panose="020B0503020204020204"/>
        <a:buChar char="•"/>
        <a:defRPr sz="1400" kern="1200">
          <a:solidFill>
            <a:schemeClr val="accent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 Id="rId3" Type="http://schemas.openxmlformats.org/officeDocument/2006/relationships/slideLayout" Target="../slideLayouts/slideLayout7.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5.jpeg"/><Relationship Id="rId3" Type="http://schemas.openxmlformats.org/officeDocument/2006/relationships/slideLayout" Target="../slideLayouts/slideLayout7.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6.jpeg"/><Relationship Id="rId3" Type="http://schemas.openxmlformats.org/officeDocument/2006/relationships/slideLayout" Target="../slideLayouts/slideLayout7.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7.jpeg"/><Relationship Id="rId3" Type="http://schemas.openxmlformats.org/officeDocument/2006/relationships/slideLayout" Target="../slideLayouts/slideLayout7.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8.jpeg"/><Relationship Id="rId3" Type="http://schemas.openxmlformats.org/officeDocument/2006/relationships/slideLayout" Target="../slideLayouts/slideLayout7.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9.jpeg"/><Relationship Id="rId3" Type="http://schemas.openxmlformats.org/officeDocument/2006/relationships/slideLayout" Target="../slideLayouts/slideLayout7.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10.jpeg"/><Relationship Id="rId3" Type="http://schemas.openxmlformats.org/officeDocument/2006/relationships/slideLayout" Target="../slideLayouts/slideLayout7.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15.jpeg"/><Relationship Id="rId3" Type="http://schemas.openxmlformats.org/officeDocument/2006/relationships/slideLayout" Target="../slideLayouts/slideLayout7.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slideLayout" Target="../slideLayouts/slideLayout7.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85384"/>
          </a:xfrm>
          <a:prstGeom prst="rect">
            <a:avLst/>
          </a:prstGeom>
        </p:spPr>
      </p:pic>
      <p:sp>
        <p:nvSpPr>
          <p:cNvPr id="5" name="Rectangle 4"/>
          <p:cNvSpPr/>
          <p:nvPr/>
        </p:nvSpPr>
        <p:spPr>
          <a:xfrm>
            <a:off x="395534" y="764704"/>
            <a:ext cx="8280921" cy="1938992"/>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p:cNvSpPr txBox="1"/>
          <p:nvPr/>
        </p:nvSpPr>
        <p:spPr>
          <a:xfrm>
            <a:off x="611560" y="764704"/>
            <a:ext cx="7616063" cy="1312954"/>
          </a:xfrm>
          <a:prstGeom prst="rect">
            <a:avLst/>
          </a:prstGeom>
          <a:noFill/>
        </p:spPr>
        <p:txBody>
          <a:bodyPr wrap="square" rtlCol="0">
            <a:spAutoFit/>
          </a:bodyPr>
          <a:lstStyle/>
          <a:p>
            <a:r>
              <a:rPr lang="en-US" sz="4000" b="1" dirty="0">
                <a:solidFill>
                  <a:schemeClr val="accent1">
                    <a:lumMod val="20000"/>
                    <a:lumOff val="80000"/>
                  </a:schemeClr>
                </a:solidFill>
              </a:rPr>
              <a:t>Data Science Based Prediction System for a Company</a:t>
            </a:r>
            <a:endParaRPr lang="en-IN" sz="4000" b="1" dirty="0">
              <a:solidFill>
                <a:schemeClr val="accent1">
                  <a:lumMod val="20000"/>
                  <a:lumOff val="80000"/>
                </a:schemeClr>
              </a:solidFill>
            </a:endParaRPr>
          </a:p>
        </p:txBody>
      </p:sp>
      <p:sp>
        <p:nvSpPr>
          <p:cNvPr id="4" name="TextBox 3"/>
          <p:cNvSpPr txBox="1"/>
          <p:nvPr/>
        </p:nvSpPr>
        <p:spPr>
          <a:xfrm>
            <a:off x="395535" y="2348880"/>
            <a:ext cx="7832089" cy="3877985"/>
          </a:xfrm>
          <a:prstGeom prst="rect">
            <a:avLst/>
          </a:prstGeom>
          <a:noFill/>
        </p:spPr>
        <p:txBody>
          <a:bodyPr wrap="square" rtlCol="0">
            <a:spAutoFit/>
          </a:bodyPr>
          <a:lstStyle/>
          <a:p>
            <a:pPr>
              <a:spcBef>
                <a:spcPct val="50000"/>
              </a:spcBef>
            </a:pPr>
            <a:endParaRPr lang="en-IN" b="1" dirty="0">
              <a:solidFill>
                <a:schemeClr val="accent1">
                  <a:lumMod val="20000"/>
                  <a:lumOff val="80000"/>
                </a:schemeClr>
              </a:solidFill>
            </a:endParaRPr>
          </a:p>
          <a:p>
            <a:endParaRPr lang="en-IN" b="1" dirty="0">
              <a:solidFill>
                <a:schemeClr val="accent1">
                  <a:lumMod val="20000"/>
                  <a:lumOff val="80000"/>
                </a:schemeClr>
              </a:solidFill>
            </a:endParaRPr>
          </a:p>
          <a:p>
            <a:r>
              <a:rPr lang="en-IN" sz="2400" b="1" dirty="0">
                <a:solidFill>
                  <a:schemeClr val="accent1">
                    <a:lumMod val="20000"/>
                    <a:lumOff val="80000"/>
                  </a:schemeClr>
                </a:solidFill>
              </a:rPr>
              <a:t>Sandipan Chowdhury – 11500116049</a:t>
            </a:r>
          </a:p>
          <a:p>
            <a:r>
              <a:rPr lang="en-IN" sz="2400" b="1" dirty="0" err="1">
                <a:solidFill>
                  <a:schemeClr val="accent1">
                    <a:lumMod val="20000"/>
                    <a:lumOff val="80000"/>
                  </a:schemeClr>
                </a:solidFill>
              </a:rPr>
              <a:t>Nishant</a:t>
            </a:r>
            <a:r>
              <a:rPr lang="en-IN" sz="2400" b="1" dirty="0">
                <a:solidFill>
                  <a:schemeClr val="accent1">
                    <a:lumMod val="20000"/>
                    <a:lumOff val="80000"/>
                  </a:schemeClr>
                </a:solidFill>
              </a:rPr>
              <a:t> Kumar – 11500116073</a:t>
            </a:r>
          </a:p>
          <a:p>
            <a:r>
              <a:rPr lang="en-IN" sz="2400" b="1" dirty="0">
                <a:solidFill>
                  <a:schemeClr val="accent1">
                    <a:lumMod val="20000"/>
                    <a:lumOff val="80000"/>
                  </a:schemeClr>
                </a:solidFill>
              </a:rPr>
              <a:t>Olivia Mukherjee – 11500117011</a:t>
            </a:r>
          </a:p>
          <a:p>
            <a:r>
              <a:rPr lang="en-IN" sz="2400" b="1" dirty="0">
                <a:solidFill>
                  <a:schemeClr val="accent1">
                    <a:lumMod val="20000"/>
                    <a:lumOff val="80000"/>
                  </a:schemeClr>
                </a:solidFill>
              </a:rPr>
              <a:t>Rahul Singh – 11500116061</a:t>
            </a:r>
          </a:p>
          <a:p>
            <a:endParaRPr lang="en-IN" sz="2400" b="1" dirty="0">
              <a:solidFill>
                <a:schemeClr val="accent1">
                  <a:lumMod val="20000"/>
                  <a:lumOff val="80000"/>
                </a:schemeClr>
              </a:solidFill>
            </a:endParaRPr>
          </a:p>
          <a:p>
            <a:r>
              <a:rPr lang="en-IN" sz="2400" b="1" dirty="0">
                <a:solidFill>
                  <a:schemeClr val="accent1">
                    <a:lumMod val="20000"/>
                    <a:lumOff val="80000"/>
                  </a:schemeClr>
                </a:solidFill>
              </a:rPr>
              <a:t>Under  the Supervision of  </a:t>
            </a:r>
          </a:p>
          <a:p>
            <a:r>
              <a:rPr lang="en-US" sz="2400" b="1" dirty="0">
                <a:solidFill>
                  <a:schemeClr val="accent1">
                    <a:lumMod val="20000"/>
                    <a:lumOff val="80000"/>
                  </a:schemeClr>
                </a:solidFill>
              </a:rPr>
              <a:t>Mr. </a:t>
            </a:r>
            <a:r>
              <a:rPr lang="en-US" sz="2400" b="1" dirty="0" err="1">
                <a:solidFill>
                  <a:schemeClr val="accent1">
                    <a:lumMod val="20000"/>
                    <a:lumOff val="80000"/>
                  </a:schemeClr>
                </a:solidFill>
              </a:rPr>
              <a:t>Subhasis</a:t>
            </a:r>
            <a:r>
              <a:rPr lang="en-US" sz="2400" b="1" dirty="0">
                <a:solidFill>
                  <a:schemeClr val="accent1">
                    <a:lumMod val="20000"/>
                    <a:lumOff val="80000"/>
                  </a:schemeClr>
                </a:solidFill>
              </a:rPr>
              <a:t> </a:t>
            </a:r>
            <a:r>
              <a:rPr lang="en-US" sz="2400" b="1" dirty="0" err="1">
                <a:solidFill>
                  <a:schemeClr val="accent1">
                    <a:lumMod val="20000"/>
                    <a:lumOff val="80000"/>
                  </a:schemeClr>
                </a:solidFill>
              </a:rPr>
              <a:t>Mallick</a:t>
            </a:r>
            <a:r>
              <a:rPr lang="en-US" sz="2400" b="1" dirty="0">
                <a:solidFill>
                  <a:schemeClr val="accent1">
                    <a:lumMod val="20000"/>
                    <a:lumOff val="80000"/>
                  </a:schemeClr>
                </a:solidFill>
              </a:rPr>
              <a:t>, Assistant Professor, CSE Department</a:t>
            </a:r>
            <a:endParaRPr lang="en-IN" sz="2400" b="1" dirty="0">
              <a:solidFill>
                <a:schemeClr val="accent1">
                  <a:lumMod val="20000"/>
                  <a:lumOff val="80000"/>
                </a:schemeClr>
              </a:solidFill>
            </a:endParaRPr>
          </a:p>
          <a:p>
            <a:r>
              <a:rPr lang="en-IN" sz="2400" b="1" dirty="0" err="1">
                <a:solidFill>
                  <a:schemeClr val="accent1">
                    <a:lumMod val="20000"/>
                    <a:lumOff val="80000"/>
                  </a:schemeClr>
                </a:solidFill>
              </a:rPr>
              <a:t>B.P.Poddar</a:t>
            </a:r>
            <a:r>
              <a:rPr lang="en-IN" sz="2400" b="1" dirty="0">
                <a:solidFill>
                  <a:schemeClr val="accent1">
                    <a:lumMod val="20000"/>
                    <a:lumOff val="80000"/>
                  </a:schemeClr>
                </a:solidFill>
              </a:rPr>
              <a:t> Institute Of Management and Technology</a:t>
            </a:r>
          </a:p>
          <a:p>
            <a:endParaRPr lang="en-IN" b="1" dirty="0">
              <a:solidFill>
                <a:schemeClr val="accent1">
                  <a:lumMod val="20000"/>
                  <a:lumOff val="80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99392"/>
            <a:ext cx="9144000" cy="6858000"/>
          </a:xfrm>
          <a:prstGeom prst="rect">
            <a:avLst/>
          </a:prstGeom>
        </p:spPr>
      </p:pic>
      <p:sp>
        <p:nvSpPr>
          <p:cNvPr id="6" name="TextBox 5"/>
          <p:cNvSpPr txBox="1"/>
          <p:nvPr/>
        </p:nvSpPr>
        <p:spPr>
          <a:xfrm>
            <a:off x="539552" y="1628800"/>
            <a:ext cx="7488832" cy="400110"/>
          </a:xfrm>
          <a:prstGeom prst="rect">
            <a:avLst/>
          </a:prstGeom>
          <a:noFill/>
        </p:spPr>
        <p:txBody>
          <a:bodyPr wrap="square" rtlCol="0">
            <a:spAutoFit/>
          </a:bodyPr>
          <a:lstStyle/>
          <a:p>
            <a:endParaRPr lang="en-IN" sz="2000" b="1" dirty="0">
              <a:solidFill>
                <a:schemeClr val="accent1">
                  <a:lumMod val="20000"/>
                  <a:lumOff val="80000"/>
                </a:schemeClr>
              </a:solidFill>
            </a:endParaRPr>
          </a:p>
        </p:txBody>
      </p:sp>
      <p:sp>
        <p:nvSpPr>
          <p:cNvPr id="3" name="Rectangle 2"/>
          <p:cNvSpPr/>
          <p:nvPr/>
        </p:nvSpPr>
        <p:spPr>
          <a:xfrm>
            <a:off x="179513" y="23045"/>
            <a:ext cx="8784976" cy="6785527"/>
          </a:xfrm>
          <a:prstGeom prst="rect">
            <a:avLst/>
          </a:prstGeom>
        </p:spPr>
        <p:txBody>
          <a:bodyPr wrap="square">
            <a:spAutoFit/>
          </a:bodyPr>
          <a:lstStyle/>
          <a:p>
            <a:pPr marL="1828800" marR="0">
              <a:spcBef>
                <a:spcPts val="0"/>
              </a:spcBef>
              <a:spcAft>
                <a:spcPts val="0"/>
              </a:spcAft>
            </a:pPr>
            <a:endParaRPr lang="en-IN" sz="4400" b="1" dirty="0">
              <a:solidFill>
                <a:schemeClr val="bg1">
                  <a:lumMod val="95000"/>
                </a:schemeClr>
              </a:solidFill>
              <a:latin typeface="Calibri" pitchFamily="34" charset="0" panose="020F0502020204030204"/>
              <a:ea typeface="Calibri" pitchFamily="34" charset="0" panose="020F0502020204030204"/>
              <a:cs typeface="Times New Roman" pitchFamily="18" charset="0" panose="02020603050405020304"/>
            </a:endParaRPr>
          </a:p>
          <a:p>
            <a:pPr marL="1828800" marR="0">
              <a:spcBef>
                <a:spcPts val="0"/>
              </a:spcBef>
              <a:spcAft>
                <a:spcPts val="0"/>
              </a:spcAft>
            </a:pPr>
            <a:r>
              <a:rPr lang="en-IN" sz="4400" b="1" dirty="0">
                <a:solidFill>
                  <a:schemeClr val="bg1">
                    <a:lumMod val="95000"/>
                  </a:schemeClr>
                </a:solidFill>
                <a:latin typeface="Calibri" pitchFamily="34" charset="0" panose="020F0502020204030204"/>
                <a:ea typeface="Calibri" pitchFamily="34" charset="0" panose="020F0502020204030204"/>
                <a:cs typeface="Times New Roman" pitchFamily="18" charset="0" panose="02020603050405020304"/>
              </a:rPr>
              <a:t>ACKNOWLEDGEMENT</a:t>
            </a:r>
            <a:endParaRPr lang="en-US" sz="2400" dirty="0">
              <a:solidFill>
                <a:schemeClr val="bg1">
                  <a:lumMod val="95000"/>
                </a:schemeClr>
              </a:solidFill>
              <a:latin typeface="Calibri" pitchFamily="34" charset="0" panose="020F0502020204030204"/>
              <a:ea typeface="Calibri" pitchFamily="34" charset="0" panose="020F0502020204030204"/>
              <a:cs typeface="Times New Roman" pitchFamily="18" charset="0" panose="02020603050405020304"/>
            </a:endParaRPr>
          </a:p>
          <a:p>
            <a:pPr marL="1828800" marR="0">
              <a:spcBef>
                <a:spcPts val="0"/>
              </a:spcBef>
              <a:spcAft>
                <a:spcPts val="0"/>
              </a:spcAft>
            </a:pPr>
            <a:r>
              <a:rPr lang="en-IN" sz="3200" dirty="0">
                <a:latin typeface="Calibri" pitchFamily="34" charset="0" panose="020F0502020204030204"/>
                <a:ea typeface="Calibri" pitchFamily="34" charset="0" panose="020F0502020204030204"/>
                <a:cs typeface="Times New Roman" pitchFamily="18" charset="0" panose="02020603050405020304"/>
              </a:rPr>
              <a:t> </a:t>
            </a:r>
            <a:endParaRPr lang="en-US" sz="2400" dirty="0">
              <a:latin typeface="Calibri" pitchFamily="34" charset="0" panose="020F0502020204030204"/>
              <a:ea typeface="Calibri" pitchFamily="34" charset="0" panose="020F0502020204030204"/>
              <a:cs typeface="Times New Roman" pitchFamily="18" charset="0" panose="02020603050405020304"/>
            </a:endParaRPr>
          </a:p>
          <a:p>
            <a:pPr marL="1828800" marR="0">
              <a:spcBef>
                <a:spcPts val="0"/>
              </a:spcBef>
              <a:spcAft>
                <a:spcPts val="0"/>
              </a:spcAft>
            </a:pPr>
            <a:r>
              <a:rPr lang="en-IN" sz="3200" dirty="0">
                <a:latin typeface="Calibri" pitchFamily="34" charset="0" panose="020F0502020204030204"/>
                <a:ea typeface="Calibri" pitchFamily="34" charset="0" panose="020F0502020204030204"/>
                <a:cs typeface="Times New Roman" pitchFamily="18" charset="0" panose="02020603050405020304"/>
              </a:rPr>
              <a:t> </a:t>
            </a:r>
            <a:endParaRPr lang="en-US" sz="2400" dirty="0">
              <a:latin typeface="Calibri" pitchFamily="34" charset="0" panose="020F0502020204030204"/>
              <a:ea typeface="Calibri" pitchFamily="34" charset="0" panose="020F0502020204030204"/>
              <a:cs typeface="Times New Roman" pitchFamily="18" charset="0" panose="02020603050405020304"/>
            </a:endParaRPr>
          </a:p>
          <a:p>
            <a:pPr algn="just">
              <a:lnSpc>
                <a:spcPct val="115000"/>
              </a:lnSpc>
            </a:pPr>
            <a:r>
              <a:rPr lang="en-IN" sz="2200" dirty="0">
                <a:solidFill>
                  <a:schemeClr val="bg1"/>
                </a:solidFill>
                <a:latin typeface="Arial" pitchFamily="34" charset="0" panose="020B0604020202020204"/>
                <a:ea typeface="Calibri" pitchFamily="34" charset="0" panose="020F0502020204030204"/>
                <a:cs typeface="Arial" pitchFamily="34" charset="0" panose="020B0604020202020204"/>
              </a:rPr>
              <a:t>We have taken efforts in this project. However, it would not have been possible without the kind support and help of many individuals. I would like to extend my sincere thanks to all of them.</a:t>
            </a:r>
            <a:endParaRPr lang="en-US" sz="2200" dirty="0">
              <a:solidFill>
                <a:schemeClr val="bg1"/>
              </a:solidFill>
              <a:latin typeface="Arial" pitchFamily="34" charset="0" panose="020B0604020202020204"/>
              <a:ea typeface="Calibri" pitchFamily="34" charset="0" panose="020F0502020204030204"/>
              <a:cs typeface="Arial" pitchFamily="34" charset="0" panose="020B0604020202020204"/>
            </a:endParaRPr>
          </a:p>
          <a:p>
            <a:pPr algn="just"/>
            <a:r>
              <a:rPr lang="en-IN" sz="2200" dirty="0">
                <a:solidFill>
                  <a:schemeClr val="bg1"/>
                </a:solidFill>
                <a:latin typeface="Arial" pitchFamily="34" charset="0" panose="020B0604020202020204"/>
                <a:ea typeface="Calibri" pitchFamily="34" charset="0" panose="020F0502020204030204"/>
                <a:cs typeface="Arial" pitchFamily="34" charset="0" panose="020B0604020202020204"/>
              </a:rPr>
              <a:t> </a:t>
            </a:r>
            <a:r>
              <a:rPr lang="en-US" sz="2200" dirty="0">
                <a:solidFill>
                  <a:schemeClr val="bg1"/>
                </a:solidFill>
                <a:latin typeface="Arial" pitchFamily="34" charset="0" panose="020B0604020202020204"/>
                <a:ea typeface="Calibri" pitchFamily="34" charset="0" panose="020F0502020204030204"/>
                <a:cs typeface="Arial" pitchFamily="34" charset="0" panose="020B0604020202020204"/>
              </a:rPr>
              <a:t>	</a:t>
            </a:r>
            <a:r>
              <a:rPr lang="en-IN" sz="2200" dirty="0">
                <a:solidFill>
                  <a:schemeClr val="bg1"/>
                </a:solidFill>
                <a:latin typeface="Arial" pitchFamily="34" charset="0" panose="020B0604020202020204"/>
                <a:ea typeface="Calibri" pitchFamily="34" charset="0" panose="020F0502020204030204"/>
                <a:cs typeface="Arial" pitchFamily="34" charset="0" panose="020B0604020202020204"/>
              </a:rPr>
              <a:t>We are highly indebted to </a:t>
            </a:r>
            <a:r>
              <a:rPr lang="en-IN" sz="2200" dirty="0" err="1">
                <a:solidFill>
                  <a:schemeClr val="bg1"/>
                </a:solidFill>
                <a:latin typeface="Arial" pitchFamily="34" charset="0" panose="020B0604020202020204"/>
                <a:ea typeface="Calibri" pitchFamily="34" charset="0" panose="020F0502020204030204"/>
                <a:cs typeface="Arial" pitchFamily="34" charset="0" panose="020B0604020202020204"/>
              </a:rPr>
              <a:t>Mr.</a:t>
            </a:r>
            <a:r>
              <a:rPr lang="en-IN" sz="2200" dirty="0">
                <a:solidFill>
                  <a:schemeClr val="bg1"/>
                </a:solidFill>
                <a:latin typeface="Arial" pitchFamily="34" charset="0" panose="020B0604020202020204"/>
                <a:ea typeface="Calibri" pitchFamily="34" charset="0" panose="020F0502020204030204"/>
                <a:cs typeface="Arial" pitchFamily="34" charset="0" panose="020B0604020202020204"/>
              </a:rPr>
              <a:t> </a:t>
            </a:r>
            <a:r>
              <a:rPr lang="en-IN" sz="2200" dirty="0" err="1">
                <a:solidFill>
                  <a:schemeClr val="bg1"/>
                </a:solidFill>
                <a:latin typeface="Arial" pitchFamily="34" charset="0" panose="020B0604020202020204"/>
                <a:ea typeface="Calibri" pitchFamily="34" charset="0" panose="020F0502020204030204"/>
                <a:cs typeface="Arial" pitchFamily="34" charset="0" panose="020B0604020202020204"/>
              </a:rPr>
              <a:t>Subhasis</a:t>
            </a:r>
            <a:r>
              <a:rPr lang="en-IN" sz="2200" dirty="0">
                <a:solidFill>
                  <a:schemeClr val="bg1"/>
                </a:solidFill>
                <a:latin typeface="Arial" pitchFamily="34" charset="0" panose="020B0604020202020204"/>
                <a:ea typeface="Calibri" pitchFamily="34" charset="0" panose="020F0502020204030204"/>
                <a:cs typeface="Arial" pitchFamily="34" charset="0" panose="020B0604020202020204"/>
              </a:rPr>
              <a:t> Mallick for his guidance and constant supervision as well as for</a:t>
            </a:r>
            <a:r>
              <a:rPr lang="en-US" sz="2200" dirty="0">
                <a:solidFill>
                  <a:schemeClr val="bg1"/>
                </a:solidFill>
                <a:latin typeface="Arial" pitchFamily="34" charset="0" panose="020B0604020202020204"/>
                <a:ea typeface="Calibri" pitchFamily="34" charset="0" panose="020F0502020204030204"/>
                <a:cs typeface="Arial" pitchFamily="34" charset="0" panose="020B0604020202020204"/>
              </a:rPr>
              <a:t> </a:t>
            </a:r>
            <a:r>
              <a:rPr lang="en-IN" sz="2200" dirty="0">
                <a:solidFill>
                  <a:schemeClr val="bg1"/>
                </a:solidFill>
                <a:latin typeface="Arial" pitchFamily="34" charset="0" panose="020B0604020202020204"/>
                <a:ea typeface="Calibri" pitchFamily="34" charset="0" panose="020F0502020204030204"/>
                <a:cs typeface="Arial" pitchFamily="34" charset="0" panose="020B0604020202020204"/>
              </a:rPr>
              <a:t>providing necessary information regarding the project &amp; also for their support in completing the project.</a:t>
            </a:r>
            <a:endParaRPr lang="en-US" sz="2200" dirty="0">
              <a:solidFill>
                <a:schemeClr val="bg1"/>
              </a:solidFill>
              <a:latin typeface="Arial" pitchFamily="34" charset="0" panose="020B0604020202020204"/>
              <a:ea typeface="Calibri" pitchFamily="34" charset="0" panose="020F0502020204030204"/>
              <a:cs typeface="Arial" pitchFamily="34" charset="0" panose="020B0604020202020204"/>
            </a:endParaRPr>
          </a:p>
          <a:p>
            <a:pPr algn="just">
              <a:lnSpc>
                <a:spcPct val="115000"/>
              </a:lnSpc>
            </a:pPr>
            <a:r>
              <a:rPr lang="en-IN" sz="2200" dirty="0">
                <a:solidFill>
                  <a:schemeClr val="bg1"/>
                </a:solidFill>
                <a:latin typeface="Arial" pitchFamily="34" charset="0" panose="020B0604020202020204"/>
                <a:ea typeface="Calibri" pitchFamily="34" charset="0" panose="020F0502020204030204"/>
                <a:cs typeface="Arial" pitchFamily="34" charset="0" panose="020B0604020202020204"/>
              </a:rPr>
              <a:t> </a:t>
            </a:r>
            <a:r>
              <a:rPr lang="en-US" sz="2200" dirty="0">
                <a:solidFill>
                  <a:schemeClr val="bg1"/>
                </a:solidFill>
                <a:latin typeface="Arial" pitchFamily="34" charset="0" panose="020B0604020202020204"/>
                <a:ea typeface="Calibri" pitchFamily="34" charset="0" panose="020F0502020204030204"/>
                <a:cs typeface="Arial" pitchFamily="34" charset="0" panose="020B0604020202020204"/>
              </a:rPr>
              <a:t>	</a:t>
            </a:r>
            <a:r>
              <a:rPr lang="en-IN" sz="2200" dirty="0">
                <a:solidFill>
                  <a:schemeClr val="bg1"/>
                </a:solidFill>
                <a:latin typeface="Arial" pitchFamily="34" charset="0" panose="020B0604020202020204"/>
                <a:ea typeface="Calibri" pitchFamily="34" charset="0" panose="020F0502020204030204"/>
                <a:cs typeface="Arial" pitchFamily="34" charset="0" panose="020B0604020202020204"/>
              </a:rPr>
              <a:t>We would like to express our special gratitude and thanks to </a:t>
            </a:r>
            <a:r>
              <a:rPr lang="en-IN" sz="2200" dirty="0" err="1">
                <a:solidFill>
                  <a:schemeClr val="bg1"/>
                </a:solidFill>
                <a:latin typeface="Arial" pitchFamily="34" charset="0" panose="020B0604020202020204"/>
                <a:ea typeface="Calibri" pitchFamily="34" charset="0" panose="020F0502020204030204"/>
                <a:cs typeface="Arial" pitchFamily="34" charset="0" panose="020B0604020202020204"/>
              </a:rPr>
              <a:t>Mr.</a:t>
            </a:r>
            <a:r>
              <a:rPr lang="en-IN" sz="2200" dirty="0">
                <a:solidFill>
                  <a:schemeClr val="bg1"/>
                </a:solidFill>
                <a:latin typeface="Arial" pitchFamily="34" charset="0" panose="020B0604020202020204"/>
                <a:ea typeface="Calibri" pitchFamily="34" charset="0" panose="020F0502020204030204"/>
                <a:cs typeface="Arial" pitchFamily="34" charset="0" panose="020B0604020202020204"/>
              </a:rPr>
              <a:t> </a:t>
            </a:r>
            <a:r>
              <a:rPr lang="en-IN" sz="2200" dirty="0" err="1">
                <a:solidFill>
                  <a:schemeClr val="bg1"/>
                </a:solidFill>
                <a:latin typeface="Arial" pitchFamily="34" charset="0" panose="020B0604020202020204"/>
                <a:ea typeface="Calibri" pitchFamily="34" charset="0" panose="020F0502020204030204"/>
                <a:cs typeface="Arial" pitchFamily="34" charset="0" panose="020B0604020202020204"/>
              </a:rPr>
              <a:t>Subhasis</a:t>
            </a:r>
            <a:r>
              <a:rPr lang="en-IN" sz="2200" dirty="0">
                <a:solidFill>
                  <a:schemeClr val="bg1"/>
                </a:solidFill>
                <a:latin typeface="Arial" pitchFamily="34" charset="0" panose="020B0604020202020204"/>
                <a:ea typeface="Calibri" pitchFamily="34" charset="0" panose="020F0502020204030204"/>
                <a:cs typeface="Arial" pitchFamily="34" charset="0" panose="020B0604020202020204"/>
              </a:rPr>
              <a:t> Mallick for giving our attention and time. Our thanks and appreciations also go to my colleague</a:t>
            </a:r>
            <a:r>
              <a:rPr lang="en-US" sz="2200" dirty="0">
                <a:solidFill>
                  <a:schemeClr val="bg1"/>
                </a:solidFill>
                <a:latin typeface="Arial" pitchFamily="34" charset="0" panose="020B0604020202020204"/>
                <a:ea typeface="Calibri" pitchFamily="34" charset="0" panose="020F0502020204030204"/>
                <a:cs typeface="Arial" pitchFamily="34" charset="0" panose="020B0604020202020204"/>
              </a:rPr>
              <a:t>s</a:t>
            </a:r>
            <a:r>
              <a:rPr lang="en-IN" sz="2200" dirty="0">
                <a:solidFill>
                  <a:schemeClr val="bg1"/>
                </a:solidFill>
                <a:latin typeface="Arial" pitchFamily="34" charset="0" panose="020B0604020202020204"/>
                <a:ea typeface="Calibri" pitchFamily="34" charset="0" panose="020F0502020204030204"/>
                <a:cs typeface="Arial" pitchFamily="34" charset="0" panose="020B0604020202020204"/>
              </a:rPr>
              <a:t> in developing the project and people who have willingly helped us out with their abilities.</a:t>
            </a:r>
            <a:endParaRPr lang="en-US" sz="2200" dirty="0">
              <a:solidFill>
                <a:schemeClr val="bg1"/>
              </a:solidFill>
              <a:latin typeface="Arial" pitchFamily="34" charset="0" panose="020B0604020202020204"/>
              <a:ea typeface="Calibri" pitchFamily="34" charset="0" panose="020F0502020204030204"/>
              <a:cs typeface="Arial" pitchFamily="34" charset="0" panose="020B0604020202020204"/>
            </a:endParaRPr>
          </a:p>
          <a:p>
            <a:pPr marR="502285" algn="just">
              <a:lnSpc>
                <a:spcPct val="115000"/>
              </a:lnSpc>
            </a:pPr>
            <a:r>
              <a:rPr lang="en-IN" dirty="0">
                <a:solidFill>
                  <a:srgbClr val="555555"/>
                </a:solidFill>
                <a:latin typeface="Arial" pitchFamily="34" charset="0" panose="020B0604020202020204"/>
                <a:ea typeface="Calibri" pitchFamily="34" charset="0" panose="020F0502020204030204"/>
                <a:cs typeface="Times New Roman" pitchFamily="18" charset="0" panose="02020603050405020304"/>
              </a:rPr>
              <a:t> </a:t>
            </a:r>
            <a:endParaRPr lang="en-US" sz="2400" dirty="0">
              <a:effectLst/>
              <a:latin typeface="Calibri" pitchFamily="34" charset="0" panose="020F0502020204030204"/>
              <a:ea typeface="Calibri" pitchFamily="34" charset="0" panose="020F0502020204030204"/>
              <a:cs typeface="Times New Roman" pitchFamily="18" charset="0" panose="020206030504050203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58000"/>
          </a:xfrm>
          <a:prstGeom prst="rect">
            <a:avLst/>
          </a:prstGeom>
        </p:spPr>
      </p:pic>
      <p:sp>
        <p:nvSpPr>
          <p:cNvPr id="5" name="TextBox 4"/>
          <p:cNvSpPr txBox="1"/>
          <p:nvPr/>
        </p:nvSpPr>
        <p:spPr>
          <a:xfrm>
            <a:off x="287524" y="664629"/>
            <a:ext cx="8640960" cy="769441"/>
          </a:xfrm>
          <a:prstGeom prst="rect">
            <a:avLst/>
          </a:prstGeom>
          <a:noFill/>
        </p:spPr>
        <p:txBody>
          <a:bodyPr wrap="square" rtlCol="0">
            <a:spAutoFit/>
          </a:bodyPr>
          <a:lstStyle/>
          <a:p>
            <a:pPr algn="ctr"/>
            <a:r>
              <a:rPr lang="en-IN" sz="4400" b="1" dirty="0">
                <a:solidFill>
                  <a:schemeClr val="bg1"/>
                </a:solidFill>
              </a:rPr>
              <a:t>Introduction</a:t>
            </a:r>
          </a:p>
        </p:txBody>
      </p:sp>
      <p:sp>
        <p:nvSpPr>
          <p:cNvPr id="6" name="TextBox 5"/>
          <p:cNvSpPr txBox="1"/>
          <p:nvPr/>
        </p:nvSpPr>
        <p:spPr>
          <a:xfrm>
            <a:off x="539552" y="1628800"/>
            <a:ext cx="8136904" cy="4893647"/>
          </a:xfrm>
          <a:prstGeom prst="rect">
            <a:avLst/>
          </a:prstGeom>
          <a:noFill/>
        </p:spPr>
        <p:txBody>
          <a:bodyPr wrap="square" rtlCol="0">
            <a:spAutoFit/>
          </a:bodyPr>
          <a:lstStyle/>
          <a:p>
            <a:r>
              <a:rPr lang="en-US" sz="2400" b="1" dirty="0">
                <a:solidFill>
                  <a:schemeClr val="accent1">
                    <a:lumMod val="20000"/>
                    <a:lumOff val="80000"/>
                  </a:schemeClr>
                </a:solidFill>
              </a:rPr>
              <a:t>In this 21st century of technology, we are progressing towards smarter concepts and tools day by day. Nowadays it is possible to shop while sitting at home, by e-commerce. Just a mobile number or an email id and a bank account is needed to do online shopping. Various companies (like Amazon, </a:t>
            </a:r>
            <a:r>
              <a:rPr lang="en-US" sz="2400" b="1" dirty="0" err="1">
                <a:solidFill>
                  <a:schemeClr val="accent1">
                    <a:lumMod val="20000"/>
                    <a:lumOff val="80000"/>
                  </a:schemeClr>
                </a:solidFill>
              </a:rPr>
              <a:t>Flipkart</a:t>
            </a:r>
            <a:r>
              <a:rPr lang="en-US" sz="2400" b="1" dirty="0">
                <a:solidFill>
                  <a:schemeClr val="accent1">
                    <a:lumMod val="20000"/>
                    <a:lumOff val="80000"/>
                  </a:schemeClr>
                </a:solidFill>
              </a:rPr>
              <a:t>, Snapdeal etc.) provide us the facility of good online shopping.</a:t>
            </a:r>
          </a:p>
          <a:p>
            <a:endParaRPr lang="en-US" sz="2400" b="1" dirty="0">
              <a:solidFill>
                <a:schemeClr val="accent1">
                  <a:lumMod val="20000"/>
                  <a:lumOff val="80000"/>
                </a:schemeClr>
              </a:solidFill>
            </a:endParaRPr>
          </a:p>
          <a:p>
            <a:r>
              <a:rPr lang="en-US" sz="2400" b="1" dirty="0">
                <a:solidFill>
                  <a:schemeClr val="accent1">
                    <a:lumMod val="20000"/>
                    <a:lumOff val="80000"/>
                  </a:schemeClr>
                </a:solidFill>
              </a:rPr>
              <a:t>These companies also seek help from various tools and concepts to get an idea about how they can increase their profit. Such a concept is Data Science. A Data Scientist can analyze the sales data of an e-commerce company, and build a recommendation system to give an optimized business strategy to that company.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58000"/>
          </a:xfrm>
          <a:prstGeom prst="rect">
            <a:avLst/>
          </a:prstGeom>
        </p:spPr>
      </p:pic>
      <p:sp>
        <p:nvSpPr>
          <p:cNvPr id="3" name="TextBox 2"/>
          <p:cNvSpPr txBox="1"/>
          <p:nvPr/>
        </p:nvSpPr>
        <p:spPr>
          <a:xfrm>
            <a:off x="238715" y="764704"/>
            <a:ext cx="8666569" cy="769441"/>
          </a:xfrm>
          <a:prstGeom prst="rect">
            <a:avLst/>
          </a:prstGeom>
          <a:noFill/>
        </p:spPr>
        <p:txBody>
          <a:bodyPr wrap="square" rtlCol="0">
            <a:spAutoFit/>
          </a:bodyPr>
          <a:lstStyle/>
          <a:p>
            <a:pPr algn="ctr"/>
            <a:r>
              <a:rPr lang="en-US" sz="4400" b="1" dirty="0">
                <a:solidFill>
                  <a:schemeClr val="accent1">
                    <a:lumMod val="20000"/>
                    <a:lumOff val="80000"/>
                  </a:schemeClr>
                </a:solidFill>
              </a:rPr>
              <a:t>Objectives</a:t>
            </a:r>
            <a:endParaRPr lang="en-IN" sz="4400" b="1" dirty="0">
              <a:solidFill>
                <a:schemeClr val="accent1">
                  <a:lumMod val="20000"/>
                  <a:lumOff val="80000"/>
                </a:schemeClr>
              </a:solidFill>
            </a:endParaRPr>
          </a:p>
        </p:txBody>
      </p:sp>
      <p:sp>
        <p:nvSpPr>
          <p:cNvPr id="4" name="TextBox 3"/>
          <p:cNvSpPr txBox="1"/>
          <p:nvPr/>
        </p:nvSpPr>
        <p:spPr>
          <a:xfrm>
            <a:off x="611560" y="1772816"/>
            <a:ext cx="8208912" cy="3811157"/>
          </a:xfrm>
          <a:prstGeom prst="rect">
            <a:avLst/>
          </a:prstGeom>
          <a:noFill/>
        </p:spPr>
        <p:txBody>
          <a:bodyPr wrap="square" rtlCol="0">
            <a:spAutoFit/>
          </a:bodyPr>
          <a:lstStyle/>
          <a:p>
            <a:r>
              <a:rPr lang="en-US" sz="3200" b="1" dirty="0">
                <a:solidFill>
                  <a:schemeClr val="accent1">
                    <a:lumMod val="20000"/>
                    <a:lumOff val="80000"/>
                  </a:schemeClr>
                </a:solidFill>
              </a:rPr>
              <a:t>In this project, we have 1 dataset of Amazon Company …… one containing </a:t>
            </a:r>
            <a:r>
              <a:rPr lang="en-US" sz="3200" b="1" dirty="0" err="1">
                <a:solidFill>
                  <a:schemeClr val="accent1">
                    <a:lumMod val="20000"/>
                    <a:lumOff val="80000"/>
                  </a:schemeClr>
                </a:solidFill>
              </a:rPr>
              <a:t>informations</a:t>
            </a:r>
            <a:r>
              <a:rPr lang="en-US" sz="3200" b="1" dirty="0">
                <a:solidFill>
                  <a:schemeClr val="accent1">
                    <a:lumMod val="20000"/>
                    <a:lumOff val="80000"/>
                  </a:schemeClr>
                </a:solidFill>
              </a:rPr>
              <a:t> about customers. We will analyze these datasets with linear regression and logistic regression, and calculate the optimized business strategy for Amazon Company for next year. </a:t>
            </a:r>
          </a:p>
          <a:p>
            <a:endParaRPr lang="en-US" sz="2000" b="1" dirty="0">
              <a:solidFill>
                <a:schemeClr val="accent1">
                  <a:lumMod val="20000"/>
                  <a:lumOff val="80000"/>
                </a:schemeClr>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1"/>
          <a:srcRect/>
          <a:stretch>
            <a:fillRect/>
          </a:stretch>
        </p:blipFill>
        <p:spPr>
          <a:xfrm>
            <a:off x="-139682" y="0"/>
            <a:ext cx="9144000" cy="6858000"/>
          </a:xfrm>
          <a:prstGeom prst="rect">
            <a:avLst/>
          </a:prstGeom>
        </p:spPr>
      </p:pic>
      <p:sp>
        <p:nvSpPr>
          <p:cNvPr id="7" name="TextBox 6"/>
          <p:cNvSpPr txBox="1"/>
          <p:nvPr/>
        </p:nvSpPr>
        <p:spPr>
          <a:xfrm>
            <a:off x="39830" y="2924944"/>
            <a:ext cx="3556917" cy="646331"/>
          </a:xfrm>
          <a:prstGeom prst="rect">
            <a:avLst/>
          </a:prstGeom>
          <a:noFill/>
        </p:spPr>
        <p:txBody>
          <a:bodyPr wrap="square" rtlCol="0">
            <a:spAutoFit/>
          </a:bodyPr>
          <a:lstStyle/>
          <a:p>
            <a:r>
              <a:rPr lang="en-IN" sz="3600" b="1" dirty="0">
                <a:solidFill>
                  <a:schemeClr val="bg1"/>
                </a:solidFill>
              </a:rPr>
              <a:t>Working Steps</a:t>
            </a:r>
          </a:p>
        </p:txBody>
      </p:sp>
      <p:sp>
        <p:nvSpPr>
          <p:cNvPr id="8" name="Rounded Rectangle 7"/>
          <p:cNvSpPr/>
          <p:nvPr/>
        </p:nvSpPr>
        <p:spPr>
          <a:xfrm>
            <a:off x="3208182" y="204328"/>
            <a:ext cx="5616624" cy="848408"/>
          </a:xfrm>
          <a:prstGeom prst="roundRect">
            <a:avLst/>
          </a:prstGeom>
          <a:solidFill>
            <a:schemeClr val="tx2">
              <a:lumMod val="75000"/>
            </a:schemeClr>
          </a:solidFill>
          <a:ln>
            <a:gradFill>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b="1" dirty="0">
                <a:solidFill>
                  <a:schemeClr val="bg1"/>
                </a:solidFill>
              </a:rPr>
              <a:t>Defining Project and Gathering Background Knowledge</a:t>
            </a:r>
          </a:p>
        </p:txBody>
      </p:sp>
      <p:sp>
        <p:nvSpPr>
          <p:cNvPr id="9" name="Rounded Rectangle 8"/>
          <p:cNvSpPr/>
          <p:nvPr/>
        </p:nvSpPr>
        <p:spPr>
          <a:xfrm>
            <a:off x="3208182" y="1196752"/>
            <a:ext cx="5616624" cy="792088"/>
          </a:xfrm>
          <a:prstGeom prst="roundRect">
            <a:avLst/>
          </a:prstGeom>
          <a:solidFill>
            <a:schemeClr val="tx2">
              <a:lumMod val="75000"/>
            </a:schemeClr>
          </a:solidFill>
          <a:ln>
            <a:gradFill>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b="1" dirty="0">
                <a:solidFill>
                  <a:schemeClr val="bg1"/>
                </a:solidFill>
              </a:rPr>
              <a:t>Learning of Data Science and Predictive Model</a:t>
            </a:r>
          </a:p>
        </p:txBody>
      </p:sp>
      <p:sp>
        <p:nvSpPr>
          <p:cNvPr id="10" name="Rounded Rectangle 9"/>
          <p:cNvSpPr/>
          <p:nvPr/>
        </p:nvSpPr>
        <p:spPr>
          <a:xfrm>
            <a:off x="3208182" y="2204864"/>
            <a:ext cx="5616624" cy="864096"/>
          </a:xfrm>
          <a:prstGeom prst="roundRect">
            <a:avLst/>
          </a:prstGeom>
          <a:solidFill>
            <a:schemeClr val="tx2">
              <a:lumMod val="75000"/>
            </a:schemeClr>
          </a:solidFill>
          <a:ln>
            <a:gradFill>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b="1" dirty="0">
                <a:solidFill>
                  <a:schemeClr val="bg1"/>
                </a:solidFill>
              </a:rPr>
              <a:t>Learning of Linear Regression</a:t>
            </a:r>
            <a:r>
              <a:rPr lang="en-US" sz="2400" b="1" dirty="0">
                <a:solidFill>
                  <a:schemeClr val="bg1"/>
                </a:solidFill>
              </a:rPr>
              <a:t> and Logistic Regression</a:t>
            </a:r>
            <a:endParaRPr lang="en-IN" sz="2400" b="1" dirty="0">
              <a:solidFill>
                <a:schemeClr val="bg1"/>
              </a:solidFill>
            </a:endParaRPr>
          </a:p>
        </p:txBody>
      </p:sp>
      <p:sp>
        <p:nvSpPr>
          <p:cNvPr id="11" name="Rounded Rectangle 10"/>
          <p:cNvSpPr/>
          <p:nvPr/>
        </p:nvSpPr>
        <p:spPr>
          <a:xfrm>
            <a:off x="3208182" y="3356992"/>
            <a:ext cx="5616624" cy="720080"/>
          </a:xfrm>
          <a:prstGeom prst="roundRect">
            <a:avLst/>
          </a:prstGeom>
          <a:solidFill>
            <a:schemeClr val="tx2">
              <a:lumMod val="75000"/>
            </a:schemeClr>
          </a:solidFill>
          <a:ln>
            <a:gradFill>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b="1" dirty="0">
                <a:solidFill>
                  <a:schemeClr val="bg1"/>
                </a:solidFill>
              </a:rPr>
              <a:t>Discussions on the topics we learnt</a:t>
            </a:r>
          </a:p>
        </p:txBody>
      </p:sp>
      <p:sp>
        <p:nvSpPr>
          <p:cNvPr id="12" name="Rounded Rectangle 11"/>
          <p:cNvSpPr/>
          <p:nvPr/>
        </p:nvSpPr>
        <p:spPr>
          <a:xfrm>
            <a:off x="3208182" y="4365104"/>
            <a:ext cx="5616624" cy="720080"/>
          </a:xfrm>
          <a:prstGeom prst="roundRect">
            <a:avLst/>
          </a:prstGeom>
          <a:solidFill>
            <a:schemeClr val="tx2">
              <a:lumMod val="75000"/>
            </a:schemeClr>
          </a:solidFill>
          <a:ln>
            <a:gradFill>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b="1" dirty="0">
                <a:solidFill>
                  <a:schemeClr val="bg1"/>
                </a:solidFill>
              </a:rPr>
              <a:t>Analysis of Datasets</a:t>
            </a:r>
          </a:p>
        </p:txBody>
      </p:sp>
      <p:sp>
        <p:nvSpPr>
          <p:cNvPr id="13" name="Rounded Rectangle 12"/>
          <p:cNvSpPr/>
          <p:nvPr/>
        </p:nvSpPr>
        <p:spPr>
          <a:xfrm>
            <a:off x="3208182" y="5517232"/>
            <a:ext cx="5616624" cy="720080"/>
          </a:xfrm>
          <a:prstGeom prst="roundRect">
            <a:avLst/>
          </a:prstGeom>
          <a:solidFill>
            <a:schemeClr val="tx2">
              <a:lumMod val="75000"/>
            </a:schemeClr>
          </a:solidFill>
          <a:ln>
            <a:gradFill>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b="1" dirty="0">
                <a:solidFill>
                  <a:schemeClr val="bg1"/>
                </a:solidFill>
              </a:rPr>
              <a:t>Procurement of Project’s Solution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85384"/>
          </a:xfrm>
          <a:prstGeom prst="rect">
            <a:avLst/>
          </a:prstGeom>
        </p:spPr>
      </p:pic>
      <p:sp>
        <p:nvSpPr>
          <p:cNvPr id="5" name="TextBox 4"/>
          <p:cNvSpPr txBox="1"/>
          <p:nvPr/>
        </p:nvSpPr>
        <p:spPr>
          <a:xfrm>
            <a:off x="1043608" y="764704"/>
            <a:ext cx="7056784" cy="769441"/>
          </a:xfrm>
          <a:prstGeom prst="rect">
            <a:avLst/>
          </a:prstGeom>
          <a:noFill/>
        </p:spPr>
        <p:txBody>
          <a:bodyPr wrap="square" rtlCol="0">
            <a:spAutoFit/>
          </a:bodyPr>
          <a:lstStyle/>
          <a:p>
            <a:r>
              <a:rPr lang="en-US" sz="4400" b="1" dirty="0">
                <a:solidFill>
                  <a:schemeClr val="accent1">
                    <a:lumMod val="20000"/>
                    <a:lumOff val="80000"/>
                  </a:schemeClr>
                </a:solidFill>
              </a:rPr>
              <a:t>Activity Chart (Gantt Chart)</a:t>
            </a:r>
            <a:endParaRPr lang="en-IN" sz="4400" b="1" dirty="0">
              <a:solidFill>
                <a:schemeClr val="accent1">
                  <a:lumMod val="20000"/>
                  <a:lumOff val="80000"/>
                </a:schemeClr>
              </a:solidFill>
            </a:endParaRPr>
          </a:p>
        </p:txBody>
      </p:sp>
      <p:pic>
        <p:nvPicPr>
          <p:cNvPr id="7" name="Picture 6"/>
          <p:cNvPicPr>
            <a:picLocks noChangeAspect="1"/>
          </p:cNvPicPr>
          <p:nvPr/>
        </p:nvPicPr>
        <p:blipFill>
          <a:blip r:embed="rId2"/>
          <a:srcRect/>
          <a:stretch>
            <a:fillRect/>
          </a:stretch>
        </p:blipFill>
        <p:spPr>
          <a:xfrm>
            <a:off x="172815" y="2353023"/>
            <a:ext cx="8798371" cy="322522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85384"/>
          </a:xfrm>
          <a:prstGeom prst="rect">
            <a:avLst/>
          </a:prstGeom>
        </p:spPr>
      </p:pic>
      <p:sp>
        <p:nvSpPr>
          <p:cNvPr id="8" name="TextBox 7"/>
          <p:cNvSpPr txBox="1"/>
          <p:nvPr/>
        </p:nvSpPr>
        <p:spPr>
          <a:xfrm>
            <a:off x="611560" y="1772816"/>
            <a:ext cx="8208912" cy="4481602"/>
          </a:xfrm>
          <a:prstGeom prst="rect">
            <a:avLst/>
          </a:prstGeom>
          <a:noFill/>
        </p:spPr>
        <p:txBody>
          <a:bodyPr wrap="square" rtlCol="0">
            <a:spAutoFit/>
          </a:bodyPr>
          <a:lstStyle/>
          <a:p>
            <a:r>
              <a:rPr lang="en-US" b="1" dirty="0">
                <a:solidFill>
                  <a:schemeClr val="accent1">
                    <a:lumMod val="20000"/>
                    <a:lumOff val="80000"/>
                  </a:schemeClr>
                </a:solidFill>
              </a:rPr>
              <a:t>1) Data science is a multi-disciplinary field that uses scientific methods, processes, algorithms and systems to extract knowledge and insights from structured and unstructured data. </a:t>
            </a:r>
          </a:p>
          <a:p>
            <a:endParaRPr lang="en-US" b="1" dirty="0">
              <a:solidFill>
                <a:schemeClr val="accent1">
                  <a:lumMod val="20000"/>
                  <a:lumOff val="80000"/>
                </a:schemeClr>
              </a:solidFill>
            </a:endParaRPr>
          </a:p>
          <a:p>
            <a:r>
              <a:rPr lang="en-US" b="1" dirty="0">
                <a:solidFill>
                  <a:schemeClr val="accent1">
                    <a:lumMod val="20000"/>
                    <a:lumOff val="80000"/>
                  </a:schemeClr>
                </a:solidFill>
              </a:rPr>
              <a:t>2) Data science is the same concept as data mining and big data: "use the most powerful hardware, the most powerful programming systems, and the most efficient algorithms to solve problems".</a:t>
            </a:r>
          </a:p>
          <a:p>
            <a:endParaRPr lang="en-US" b="1" dirty="0">
              <a:solidFill>
                <a:schemeClr val="accent1">
                  <a:lumMod val="20000"/>
                  <a:lumOff val="80000"/>
                </a:schemeClr>
              </a:solidFill>
            </a:endParaRPr>
          </a:p>
          <a:p>
            <a:r>
              <a:rPr lang="en-US" b="1" dirty="0">
                <a:solidFill>
                  <a:schemeClr val="accent1">
                    <a:lumMod val="20000"/>
                    <a:lumOff val="80000"/>
                  </a:schemeClr>
                </a:solidFill>
              </a:rPr>
              <a:t>3) Data science is a "concept to unify statistics, data analysis, machine learning and their related methods" in order to "understand and analyze actual phenomena" with data. </a:t>
            </a:r>
          </a:p>
          <a:p>
            <a:endParaRPr lang="en-US" b="1" dirty="0">
              <a:solidFill>
                <a:schemeClr val="accent1">
                  <a:lumMod val="20000"/>
                  <a:lumOff val="80000"/>
                </a:schemeClr>
              </a:solidFill>
            </a:endParaRPr>
          </a:p>
          <a:p>
            <a:r>
              <a:rPr lang="en-US" b="1" dirty="0">
                <a:solidFill>
                  <a:schemeClr val="accent1">
                    <a:lumMod val="20000"/>
                    <a:lumOff val="80000"/>
                  </a:schemeClr>
                </a:solidFill>
              </a:rPr>
              <a:t>4) Turing award winner Jim Gray imagined data science as a "fourth paradigm" of science (empirical, theoretical, computational and now data-driven) and asserted that "everything about science is changing because of the impact of information technology" and the data deluge. </a:t>
            </a:r>
          </a:p>
        </p:txBody>
      </p:sp>
      <p:sp>
        <p:nvSpPr>
          <p:cNvPr id="9" name="TextBox 8"/>
          <p:cNvSpPr txBox="1"/>
          <p:nvPr/>
        </p:nvSpPr>
        <p:spPr>
          <a:xfrm>
            <a:off x="1043608" y="764704"/>
            <a:ext cx="7056784" cy="769441"/>
          </a:xfrm>
          <a:prstGeom prst="rect">
            <a:avLst/>
          </a:prstGeom>
          <a:noFill/>
        </p:spPr>
        <p:txBody>
          <a:bodyPr wrap="square" rtlCol="0">
            <a:spAutoFit/>
          </a:bodyPr>
          <a:lstStyle/>
          <a:p>
            <a:pPr algn="ctr"/>
            <a:r>
              <a:rPr lang="en-US" sz="4400" b="1" dirty="0">
                <a:solidFill>
                  <a:schemeClr val="accent1">
                    <a:lumMod val="20000"/>
                    <a:lumOff val="80000"/>
                  </a:schemeClr>
                </a:solidFill>
              </a:rPr>
              <a:t>Data Science</a:t>
            </a:r>
            <a:endParaRPr lang="en-IN" sz="4400" b="1" dirty="0">
              <a:solidFill>
                <a:schemeClr val="accent1">
                  <a:lumMod val="20000"/>
                  <a:lumOff val="80000"/>
                </a:schemeClr>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85384"/>
          </a:xfrm>
          <a:prstGeom prst="rect">
            <a:avLst/>
          </a:prstGeom>
        </p:spPr>
      </p:pic>
      <p:sp>
        <p:nvSpPr>
          <p:cNvPr id="8" name="TextBox 7"/>
          <p:cNvSpPr txBox="1"/>
          <p:nvPr/>
        </p:nvSpPr>
        <p:spPr>
          <a:xfrm>
            <a:off x="611560" y="1772816"/>
            <a:ext cx="8208912" cy="3658642"/>
          </a:xfrm>
          <a:prstGeom prst="rect">
            <a:avLst/>
          </a:prstGeom>
          <a:noFill/>
        </p:spPr>
        <p:txBody>
          <a:bodyPr wrap="square" rtlCol="0">
            <a:spAutoFit/>
          </a:bodyPr>
          <a:lstStyle/>
          <a:p>
            <a:r>
              <a:rPr lang="en-US" b="1" dirty="0">
                <a:solidFill>
                  <a:schemeClr val="accent1">
                    <a:lumMod val="20000"/>
                    <a:lumOff val="80000"/>
                  </a:schemeClr>
                </a:solidFill>
              </a:rPr>
              <a:t>1) In statistics, linear regression is a linear approach to modeling the relationship between a scalar response (or dependent variable) and one or more explanatory variables (or independent variables). </a:t>
            </a:r>
          </a:p>
          <a:p>
            <a:endParaRPr lang="en-US" b="1" dirty="0">
              <a:solidFill>
                <a:schemeClr val="accent1">
                  <a:lumMod val="20000"/>
                  <a:lumOff val="80000"/>
                </a:schemeClr>
              </a:solidFill>
            </a:endParaRPr>
          </a:p>
          <a:p>
            <a:r>
              <a:rPr lang="en-US" b="1" dirty="0">
                <a:solidFill>
                  <a:schemeClr val="accent1">
                    <a:lumMod val="20000"/>
                    <a:lumOff val="80000"/>
                  </a:schemeClr>
                </a:solidFill>
              </a:rPr>
              <a:t>2) The case of one explanatory variable is called simple linear regression. For more than one explanatory variable, the process is called multiple linear regression. This term is distinct from multivariate linear regression, where multiple correlated dependent variables are predicted, rather than a single scalar variable.</a:t>
            </a:r>
          </a:p>
          <a:p>
            <a:endParaRPr lang="en-US" b="1" dirty="0">
              <a:solidFill>
                <a:schemeClr val="accent1">
                  <a:lumMod val="20000"/>
                  <a:lumOff val="80000"/>
                </a:schemeClr>
              </a:solidFill>
            </a:endParaRPr>
          </a:p>
          <a:p>
            <a:r>
              <a:rPr lang="en-US" b="1" dirty="0">
                <a:solidFill>
                  <a:schemeClr val="accent1">
                    <a:lumMod val="20000"/>
                    <a:lumOff val="80000"/>
                  </a:schemeClr>
                </a:solidFill>
              </a:rPr>
              <a:t>3) In linear regression, the relationships are modeled using linear predictor functions whose unknown model parameters are estimated from the data. Such models are called linear models.</a:t>
            </a:r>
          </a:p>
        </p:txBody>
      </p:sp>
      <p:sp>
        <p:nvSpPr>
          <p:cNvPr id="9" name="TextBox 8"/>
          <p:cNvSpPr txBox="1"/>
          <p:nvPr/>
        </p:nvSpPr>
        <p:spPr>
          <a:xfrm>
            <a:off x="1043608" y="764704"/>
            <a:ext cx="7056784" cy="769441"/>
          </a:xfrm>
          <a:prstGeom prst="rect">
            <a:avLst/>
          </a:prstGeom>
          <a:noFill/>
        </p:spPr>
        <p:txBody>
          <a:bodyPr wrap="square" rtlCol="0">
            <a:spAutoFit/>
          </a:bodyPr>
          <a:lstStyle/>
          <a:p>
            <a:pPr algn="ctr"/>
            <a:r>
              <a:rPr lang="en-IN" sz="4400" b="1" dirty="0">
                <a:solidFill>
                  <a:schemeClr val="accent1">
                    <a:lumMod val="20000"/>
                    <a:lumOff val="80000"/>
                  </a:schemeClr>
                </a:solidFill>
              </a:rPr>
              <a:t>Linear Regression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85384"/>
          </a:xfrm>
          <a:prstGeom prst="rect">
            <a:avLst/>
          </a:prstGeom>
        </p:spPr>
      </p:pic>
      <p:sp>
        <p:nvSpPr>
          <p:cNvPr id="8" name="TextBox 7"/>
          <p:cNvSpPr txBox="1"/>
          <p:nvPr/>
        </p:nvSpPr>
        <p:spPr>
          <a:xfrm>
            <a:off x="611560" y="1772816"/>
            <a:ext cx="8208912" cy="4146090"/>
          </a:xfrm>
          <a:prstGeom prst="rect">
            <a:avLst/>
          </a:prstGeom>
          <a:noFill/>
        </p:spPr>
        <p:txBody>
          <a:bodyPr wrap="square" rtlCol="0">
            <a:spAutoFit/>
          </a:bodyPr>
          <a:lstStyle/>
          <a:p>
            <a:r>
              <a:rPr lang="en-US" sz="1400" b="1" dirty="0">
                <a:solidFill>
                  <a:schemeClr val="accent1">
                    <a:lumMod val="20000"/>
                    <a:lumOff val="80000"/>
                  </a:schemeClr>
                </a:solidFill>
              </a:rPr>
              <a:t>1) Predictive modeling uses statistics to predict outcomes. Most often the event one wants to predict is in the future, but predictive modeling can be applied to any type of unknown event, regardless of when it occurred. For example, predictive models are often used to detect crimes and identify suspects, after the crime has taken place.</a:t>
            </a:r>
          </a:p>
          <a:p>
            <a:endParaRPr lang="en-US" sz="1400" b="1" dirty="0">
              <a:solidFill>
                <a:schemeClr val="accent1">
                  <a:lumMod val="20000"/>
                  <a:lumOff val="80000"/>
                </a:schemeClr>
              </a:solidFill>
            </a:endParaRPr>
          </a:p>
          <a:p>
            <a:r>
              <a:rPr lang="en-US" sz="1400" b="1" dirty="0">
                <a:solidFill>
                  <a:schemeClr val="accent1">
                    <a:lumMod val="20000"/>
                    <a:lumOff val="80000"/>
                  </a:schemeClr>
                </a:solidFill>
              </a:rPr>
              <a:t>2) In many cases the model is chosen on the basis of detection theory to try to guess the probability of an outcome given a set amount of input data, for example given an email determining how likely that it is spam.</a:t>
            </a:r>
          </a:p>
          <a:p>
            <a:endParaRPr lang="en-US" sz="1400" b="1" dirty="0">
              <a:solidFill>
                <a:schemeClr val="accent1">
                  <a:lumMod val="20000"/>
                  <a:lumOff val="80000"/>
                </a:schemeClr>
              </a:solidFill>
            </a:endParaRPr>
          </a:p>
          <a:p>
            <a:r>
              <a:rPr lang="en-US" sz="1400" b="1" dirty="0">
                <a:solidFill>
                  <a:schemeClr val="accent1">
                    <a:lumMod val="20000"/>
                    <a:lumOff val="80000"/>
                  </a:schemeClr>
                </a:solidFill>
              </a:rPr>
              <a:t>3) Models can use one or more classifiers in trying to determine the probability of a set of data belonging to another set. For example, a model might be used to determine whether an email is spam or "ham" (non-spam).</a:t>
            </a:r>
          </a:p>
          <a:p>
            <a:endParaRPr lang="en-US" sz="1400" b="1" dirty="0">
              <a:solidFill>
                <a:schemeClr val="accent1">
                  <a:lumMod val="20000"/>
                  <a:lumOff val="80000"/>
                </a:schemeClr>
              </a:solidFill>
            </a:endParaRPr>
          </a:p>
          <a:p>
            <a:r>
              <a:rPr lang="en-US" sz="1400" b="1" dirty="0">
                <a:solidFill>
                  <a:schemeClr val="accent1">
                    <a:lumMod val="20000"/>
                    <a:lumOff val="80000"/>
                  </a:schemeClr>
                </a:solidFill>
              </a:rPr>
              <a:t>4) Depending on definitional boundaries, predictive modeling is synonymous with, or largely overlapping with, the field of machine learning, as it is more commonly referred to in academic or research and development contexts. When deployed commercially, predictive modeling is often referred to as predictive analytics.</a:t>
            </a:r>
          </a:p>
          <a:p>
            <a:endParaRPr lang="en-US" sz="1400" b="1" dirty="0">
              <a:solidFill>
                <a:schemeClr val="accent1">
                  <a:lumMod val="20000"/>
                  <a:lumOff val="80000"/>
                </a:schemeClr>
              </a:solidFill>
            </a:endParaRPr>
          </a:p>
          <a:p>
            <a:endParaRPr lang="en-US" sz="1400" b="1" dirty="0">
              <a:solidFill>
                <a:schemeClr val="accent1">
                  <a:lumMod val="20000"/>
                  <a:lumOff val="80000"/>
                </a:schemeClr>
              </a:solidFill>
            </a:endParaRPr>
          </a:p>
        </p:txBody>
      </p:sp>
      <p:sp>
        <p:nvSpPr>
          <p:cNvPr id="9" name="TextBox 8"/>
          <p:cNvSpPr txBox="1"/>
          <p:nvPr/>
        </p:nvSpPr>
        <p:spPr>
          <a:xfrm>
            <a:off x="1043608" y="764704"/>
            <a:ext cx="7056784" cy="769441"/>
          </a:xfrm>
          <a:prstGeom prst="rect">
            <a:avLst/>
          </a:prstGeom>
          <a:noFill/>
        </p:spPr>
        <p:txBody>
          <a:bodyPr wrap="square" rtlCol="0">
            <a:spAutoFit/>
          </a:bodyPr>
          <a:lstStyle/>
          <a:p>
            <a:pPr algn="ctr"/>
            <a:r>
              <a:rPr lang="en-US" sz="4400" b="1" dirty="0">
                <a:solidFill>
                  <a:schemeClr val="accent1">
                    <a:lumMod val="20000"/>
                    <a:lumOff val="80000"/>
                  </a:schemeClr>
                </a:solidFill>
              </a:rPr>
              <a:t>Predictive Models</a:t>
            </a:r>
            <a:endParaRPr lang="en-IN" sz="4400" b="1" dirty="0">
              <a:solidFill>
                <a:schemeClr val="accent1">
                  <a:lumMod val="20000"/>
                  <a:lumOff val="80000"/>
                </a:schemeClr>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13692"/>
            <a:ext cx="9144000" cy="6885384"/>
          </a:xfrm>
          <a:prstGeom prst="rect">
            <a:avLst/>
          </a:prstGeom>
        </p:spPr>
      </p:pic>
      <p:sp>
        <p:nvSpPr>
          <p:cNvPr id="8" name="TextBox 7"/>
          <p:cNvSpPr txBox="1"/>
          <p:nvPr/>
        </p:nvSpPr>
        <p:spPr>
          <a:xfrm>
            <a:off x="611560" y="1772816"/>
            <a:ext cx="8208912" cy="2835681"/>
          </a:xfrm>
          <a:prstGeom prst="rect">
            <a:avLst/>
          </a:prstGeom>
          <a:noFill/>
        </p:spPr>
        <p:txBody>
          <a:bodyPr wrap="square" rtlCol="0">
            <a:spAutoFit/>
          </a:bodyPr>
          <a:lstStyle/>
          <a:p>
            <a:r>
              <a:rPr lang="en-US" b="1" dirty="0">
                <a:solidFill>
                  <a:schemeClr val="accent1">
                    <a:lumMod val="20000"/>
                    <a:lumOff val="80000"/>
                  </a:schemeClr>
                </a:solidFill>
              </a:rPr>
              <a:t>1) In statistics, the logistic model (or logit model) is used to model the probability of a certain class or event existing such as pass/fail, win/lose, alive/dead or healthy/sick. This can be extended to model several classes of events such as determining whether an image contains a cat, dog, lion, etc. Each object being detected in the image would be assigned a probability between 0 and 1 , and the sum adding to one. </a:t>
            </a:r>
          </a:p>
          <a:p>
            <a:endParaRPr lang="en-US" b="1" dirty="0">
              <a:solidFill>
                <a:schemeClr val="accent1">
                  <a:lumMod val="20000"/>
                  <a:lumOff val="80000"/>
                </a:schemeClr>
              </a:solidFill>
            </a:endParaRPr>
          </a:p>
          <a:p>
            <a:r>
              <a:rPr lang="en-US" b="1" dirty="0">
                <a:solidFill>
                  <a:schemeClr val="accent1">
                    <a:lumMod val="20000"/>
                    <a:lumOff val="80000"/>
                  </a:schemeClr>
                </a:solidFill>
              </a:rPr>
              <a:t>2) Logistic regression is a statistical model that in its basic form uses a logistic function to model a binary dependent variable, although many more complex extensions exist.</a:t>
            </a:r>
          </a:p>
        </p:txBody>
      </p:sp>
      <p:sp>
        <p:nvSpPr>
          <p:cNvPr id="9" name="TextBox 8"/>
          <p:cNvSpPr txBox="1"/>
          <p:nvPr/>
        </p:nvSpPr>
        <p:spPr>
          <a:xfrm>
            <a:off x="1043608" y="764704"/>
            <a:ext cx="7056784" cy="764545"/>
          </a:xfrm>
          <a:prstGeom prst="rect">
            <a:avLst/>
          </a:prstGeom>
          <a:noFill/>
        </p:spPr>
        <p:txBody>
          <a:bodyPr wrap="square" rtlCol="0">
            <a:spAutoFit/>
          </a:bodyPr>
          <a:lstStyle/>
          <a:p>
            <a:pPr algn="ctr"/>
            <a:r>
              <a:rPr lang="en-IN" sz="4400" b="1" dirty="0">
                <a:solidFill>
                  <a:schemeClr val="accent1">
                    <a:lumMod val="20000"/>
                    <a:lumOff val="80000"/>
                  </a:schemeClr>
                </a:solidFill>
              </a:rPr>
              <a:t>L</a:t>
            </a:r>
            <a:r>
              <a:rPr lang="en-US" sz="4400" b="1" dirty="0">
                <a:solidFill>
                  <a:schemeClr val="accent1">
                    <a:lumMod val="20000"/>
                    <a:lumOff val="80000"/>
                  </a:schemeClr>
                </a:solidFill>
              </a:rPr>
              <a:t>ogistic</a:t>
            </a:r>
            <a:r>
              <a:rPr lang="en-IN" sz="4400" b="1" dirty="0">
                <a:solidFill>
                  <a:schemeClr val="accent1">
                    <a:lumMod val="20000"/>
                    <a:lumOff val="80000"/>
                  </a:schemeClr>
                </a:solidFill>
              </a:rPr>
              <a:t> Regression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13692"/>
            <a:ext cx="9144000" cy="6885384"/>
          </a:xfrm>
          <a:prstGeom prst="rect">
            <a:avLst/>
          </a:prstGeom>
        </p:spPr>
      </p:pic>
      <p:sp>
        <p:nvSpPr>
          <p:cNvPr id="8" name="TextBox 7"/>
          <p:cNvSpPr txBox="1"/>
          <p:nvPr/>
        </p:nvSpPr>
        <p:spPr>
          <a:xfrm>
            <a:off x="611560" y="1772816"/>
            <a:ext cx="8208912" cy="3932962"/>
          </a:xfrm>
          <a:prstGeom prst="rect">
            <a:avLst/>
          </a:prstGeom>
          <a:noFill/>
        </p:spPr>
        <p:txBody>
          <a:bodyPr wrap="square" rtlCol="0">
            <a:spAutoFit/>
          </a:bodyPr>
          <a:lstStyle/>
          <a:p>
            <a:r>
              <a:rPr lang="en-US" b="1" dirty="0">
                <a:solidFill>
                  <a:schemeClr val="accent1">
                    <a:lumMod val="20000"/>
                    <a:lumOff val="80000"/>
                  </a:schemeClr>
                </a:solidFill>
              </a:rPr>
              <a:t>1) In the field of machine learning and specifically the problem of statistical classification, a confusion matrix, also known as an error matrix, is a specific table layout that allows visualization of the performance of an algorithm, typically a supervised learning one (in unsupervised learning it is usually called a matching matrix).</a:t>
            </a:r>
          </a:p>
          <a:p>
            <a:endParaRPr lang="en-US" b="1" dirty="0">
              <a:solidFill>
                <a:schemeClr val="accent1">
                  <a:lumMod val="20000"/>
                  <a:lumOff val="80000"/>
                </a:schemeClr>
              </a:solidFill>
            </a:endParaRPr>
          </a:p>
          <a:p>
            <a:r>
              <a:rPr lang="en-US" b="1" dirty="0">
                <a:solidFill>
                  <a:schemeClr val="accent1">
                    <a:lumMod val="20000"/>
                    <a:lumOff val="80000"/>
                  </a:schemeClr>
                </a:solidFill>
              </a:rPr>
              <a:t>2) Each row of the matrix represents the instances in a predicted class while each column represents the instances in an actual class (or vice versa). The name stems from the fact that it makes it easy to see if the system is confusing two classes (i.e. commonly mislabeling one as another).</a:t>
            </a:r>
          </a:p>
          <a:p>
            <a:endParaRPr lang="en-US" b="1" dirty="0">
              <a:solidFill>
                <a:schemeClr val="accent1">
                  <a:lumMod val="20000"/>
                  <a:lumOff val="80000"/>
                </a:schemeClr>
              </a:solidFill>
            </a:endParaRPr>
          </a:p>
          <a:p>
            <a:r>
              <a:rPr lang="en-US" b="1" dirty="0">
                <a:solidFill>
                  <a:schemeClr val="accent1">
                    <a:lumMod val="20000"/>
                    <a:lumOff val="80000"/>
                  </a:schemeClr>
                </a:solidFill>
              </a:rPr>
              <a:t>3) It is a special kind of contingency table, with two dimensions ("actual" and "predicted') of "classes" in both dimensions (each combination of dimension and class is a variable in the contingency table).</a:t>
            </a:r>
          </a:p>
        </p:txBody>
      </p:sp>
      <p:sp>
        <p:nvSpPr>
          <p:cNvPr id="9" name="TextBox 8"/>
          <p:cNvSpPr txBox="1"/>
          <p:nvPr/>
        </p:nvSpPr>
        <p:spPr>
          <a:xfrm>
            <a:off x="1043608" y="764704"/>
            <a:ext cx="7056784" cy="764545"/>
          </a:xfrm>
          <a:prstGeom prst="rect">
            <a:avLst/>
          </a:prstGeom>
          <a:noFill/>
        </p:spPr>
        <p:txBody>
          <a:bodyPr wrap="square" rtlCol="0">
            <a:spAutoFit/>
          </a:bodyPr>
          <a:lstStyle/>
          <a:p>
            <a:pPr algn="ctr"/>
            <a:r>
              <a:rPr lang="en-US" sz="4400" b="1" dirty="0">
                <a:solidFill>
                  <a:schemeClr val="accent1">
                    <a:lumMod val="20000"/>
                    <a:lumOff val="80000"/>
                  </a:schemeClr>
                </a:solidFill>
              </a:rPr>
              <a:t>Confusion Matrix</a:t>
            </a:r>
            <a:endParaRPr lang="en-IN" sz="4400" b="1" dirty="0">
              <a:solidFill>
                <a:schemeClr val="accent1">
                  <a:lumMod val="20000"/>
                  <a:lumOff val="80000"/>
                </a:schemeClr>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85384"/>
          </a:xfrm>
          <a:prstGeom prst="rect">
            <a:avLst/>
          </a:prstGeom>
        </p:spPr>
      </p:pic>
      <p:sp>
        <p:nvSpPr>
          <p:cNvPr id="8" name="TextBox 7"/>
          <p:cNvSpPr txBox="1"/>
          <p:nvPr/>
        </p:nvSpPr>
        <p:spPr>
          <a:xfrm>
            <a:off x="611560" y="1772816"/>
            <a:ext cx="8208912" cy="5030242"/>
          </a:xfrm>
          <a:prstGeom prst="rect">
            <a:avLst/>
          </a:prstGeom>
          <a:noFill/>
        </p:spPr>
        <p:txBody>
          <a:bodyPr wrap="square" rtlCol="0">
            <a:spAutoFit/>
          </a:bodyPr>
          <a:lstStyle/>
          <a:p>
            <a:r>
              <a:rPr lang="en-US" b="1" dirty="0">
                <a:solidFill>
                  <a:schemeClr val="accent1">
                    <a:lumMod val="20000"/>
                    <a:lumOff val="80000"/>
                  </a:schemeClr>
                </a:solidFill>
              </a:rPr>
              <a:t>1) E-commerce (electronic commerce) is the activity of electronically buying or selling of products on online services or over the Internet. Electronic commerce draws on technologies such as mobile commerce, electronic funds transfer, supply chain management, Internet marketing, online transaction processing, electronic data interchange (EDI), inventory management systems, and automated data collection systems. </a:t>
            </a:r>
          </a:p>
          <a:p>
            <a:endParaRPr lang="en-US" b="1" dirty="0">
              <a:solidFill>
                <a:schemeClr val="accent1">
                  <a:lumMod val="20000"/>
                  <a:lumOff val="80000"/>
                </a:schemeClr>
              </a:solidFill>
            </a:endParaRPr>
          </a:p>
          <a:p>
            <a:r>
              <a:rPr lang="en-US" b="1" dirty="0">
                <a:solidFill>
                  <a:schemeClr val="accent1">
                    <a:lumMod val="20000"/>
                    <a:lumOff val="80000"/>
                  </a:schemeClr>
                </a:solidFill>
              </a:rPr>
              <a:t>2) E-commerce is in turn driven by the technological advances of the semiconductor industry, and is the largest sector of the electronics industry.</a:t>
            </a:r>
          </a:p>
          <a:p>
            <a:endParaRPr lang="en-US" b="1" dirty="0">
              <a:solidFill>
                <a:schemeClr val="accent1">
                  <a:lumMod val="20000"/>
                  <a:lumOff val="80000"/>
                </a:schemeClr>
              </a:solidFill>
            </a:endParaRPr>
          </a:p>
          <a:p>
            <a:r>
              <a:rPr lang="en-US" b="1" dirty="0">
                <a:solidFill>
                  <a:schemeClr val="accent1">
                    <a:lumMod val="20000"/>
                    <a:lumOff val="80000"/>
                  </a:schemeClr>
                </a:solidFill>
              </a:rPr>
              <a:t>3) Modern electronic commerce typically uses the World Wide Web for at least one part of the transaction's life cycle although it may also use other technologies such as e-mail. Typical e-commerce transactions include the purchase of online books (such as Amazon) and music purchases (music download in the form of digital distribution such as iTunes Store), and to a less extent, customized/personalized online liquor store inventory services. There are three areas of e-commerce: online retailing, electronic markets, and online auctions. E-commerce is supported by electronic business.</a:t>
            </a:r>
          </a:p>
        </p:txBody>
      </p:sp>
      <p:sp>
        <p:nvSpPr>
          <p:cNvPr id="9" name="TextBox 8"/>
          <p:cNvSpPr txBox="1"/>
          <p:nvPr/>
        </p:nvSpPr>
        <p:spPr>
          <a:xfrm>
            <a:off x="1043608" y="764704"/>
            <a:ext cx="7056784" cy="769441"/>
          </a:xfrm>
          <a:prstGeom prst="rect">
            <a:avLst/>
          </a:prstGeom>
          <a:noFill/>
        </p:spPr>
        <p:txBody>
          <a:bodyPr wrap="square" rtlCol="0">
            <a:spAutoFit/>
          </a:bodyPr>
          <a:lstStyle/>
          <a:p>
            <a:pPr algn="ctr"/>
            <a:r>
              <a:rPr lang="en-US" sz="4400" b="1" dirty="0">
                <a:solidFill>
                  <a:schemeClr val="accent1">
                    <a:lumMod val="20000"/>
                    <a:lumOff val="80000"/>
                  </a:schemeClr>
                </a:solidFill>
              </a:rPr>
              <a:t>E-Commerce</a:t>
            </a:r>
            <a:endParaRPr lang="en-IN" sz="4400" b="1" dirty="0">
              <a:solidFill>
                <a:schemeClr val="accent1">
                  <a:lumMod val="20000"/>
                  <a:lumOff val="80000"/>
                </a:schemeClr>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85384"/>
          </a:xfrm>
          <a:prstGeom prst="rect">
            <a:avLst/>
          </a:prstGeom>
        </p:spPr>
      </p:pic>
      <p:sp>
        <p:nvSpPr>
          <p:cNvPr id="8" name="TextBox 7"/>
          <p:cNvSpPr txBox="1"/>
          <p:nvPr/>
        </p:nvSpPr>
        <p:spPr>
          <a:xfrm>
            <a:off x="611560" y="1772816"/>
            <a:ext cx="8208912" cy="4999529"/>
          </a:xfrm>
          <a:prstGeom prst="rect">
            <a:avLst/>
          </a:prstGeom>
          <a:noFill/>
        </p:spPr>
        <p:txBody>
          <a:bodyPr wrap="square" rtlCol="0">
            <a:spAutoFit/>
          </a:bodyPr>
          <a:lstStyle/>
          <a:p>
            <a:pPr algn="ctr"/>
            <a:r>
              <a:rPr lang="en-US" sz="1400" b="1" dirty="0">
                <a:solidFill>
                  <a:schemeClr val="accent1">
                    <a:lumMod val="20000"/>
                    <a:lumOff val="80000"/>
                  </a:schemeClr>
                </a:solidFill>
              </a:rPr>
              <a:t>We have used one dataset . Dataset A contains information about customers. It includes ……</a:t>
            </a:r>
          </a:p>
          <a:p>
            <a:pPr algn="ctr"/>
            <a:endParaRPr lang="en-US" sz="1400" b="1" dirty="0">
              <a:solidFill>
                <a:schemeClr val="accent1">
                  <a:lumMod val="20000"/>
                  <a:lumOff val="80000"/>
                </a:schemeClr>
              </a:solidFill>
            </a:endParaRPr>
          </a:p>
          <a:p>
            <a:pPr algn="ctr"/>
            <a:r>
              <a:rPr lang="en-US" sz="1400" b="1" dirty="0">
                <a:solidFill>
                  <a:schemeClr val="accent1">
                    <a:lumMod val="20000"/>
                    <a:lumOff val="80000"/>
                  </a:schemeClr>
                </a:solidFill>
              </a:rPr>
              <a:t>a)	Name of Customers</a:t>
            </a:r>
          </a:p>
          <a:p>
            <a:pPr algn="ctr"/>
            <a:endParaRPr lang="en-US" sz="1400" b="1" dirty="0">
              <a:solidFill>
                <a:schemeClr val="accent1">
                  <a:lumMod val="20000"/>
                  <a:lumOff val="80000"/>
                </a:schemeClr>
              </a:solidFill>
            </a:endParaRPr>
          </a:p>
          <a:p>
            <a:pPr algn="ctr"/>
            <a:r>
              <a:rPr lang="en-US" sz="1400" b="1" dirty="0">
                <a:solidFill>
                  <a:schemeClr val="accent1">
                    <a:lumMod val="20000"/>
                    <a:lumOff val="80000"/>
                  </a:schemeClr>
                </a:solidFill>
              </a:rPr>
              <a:t>b)	Email ID of Customers</a:t>
            </a:r>
          </a:p>
          <a:p>
            <a:pPr algn="ctr"/>
            <a:endParaRPr lang="en-US" sz="1400" b="1" dirty="0">
              <a:solidFill>
                <a:schemeClr val="accent1">
                  <a:lumMod val="20000"/>
                  <a:lumOff val="80000"/>
                </a:schemeClr>
              </a:solidFill>
            </a:endParaRPr>
          </a:p>
          <a:p>
            <a:pPr algn="ctr"/>
            <a:r>
              <a:rPr lang="en-US" sz="1400" b="1" dirty="0">
                <a:solidFill>
                  <a:schemeClr val="accent1">
                    <a:lumMod val="20000"/>
                    <a:lumOff val="80000"/>
                  </a:schemeClr>
                </a:solidFill>
              </a:rPr>
              <a:t>c)	Phone number of Customers</a:t>
            </a:r>
          </a:p>
          <a:p>
            <a:pPr algn="ctr"/>
            <a:endParaRPr lang="en-US" sz="1400" b="1" dirty="0">
              <a:solidFill>
                <a:schemeClr val="accent1">
                  <a:lumMod val="20000"/>
                  <a:lumOff val="80000"/>
                </a:schemeClr>
              </a:solidFill>
            </a:endParaRPr>
          </a:p>
          <a:p>
            <a:pPr algn="ctr"/>
            <a:r>
              <a:rPr lang="en-US" sz="1400" b="1" dirty="0">
                <a:solidFill>
                  <a:schemeClr val="accent1">
                    <a:lumMod val="20000"/>
                    <a:lumOff val="80000"/>
                  </a:schemeClr>
                </a:solidFill>
              </a:rPr>
              <a:t>d)	Average time spent on App by each Customer (Minutes / Day)</a:t>
            </a:r>
          </a:p>
          <a:p>
            <a:pPr algn="ctr"/>
            <a:endParaRPr lang="en-US" sz="1400" b="1" dirty="0">
              <a:solidFill>
                <a:schemeClr val="accent1">
                  <a:lumMod val="20000"/>
                  <a:lumOff val="80000"/>
                </a:schemeClr>
              </a:solidFill>
            </a:endParaRPr>
          </a:p>
          <a:p>
            <a:pPr algn="ctr"/>
            <a:r>
              <a:rPr lang="en-US" sz="1400" b="1" dirty="0">
                <a:solidFill>
                  <a:schemeClr val="accent1">
                    <a:lumMod val="20000"/>
                    <a:lumOff val="80000"/>
                  </a:schemeClr>
                </a:solidFill>
              </a:rPr>
              <a:t>e)	Total Purchase from App by each Customer (Rupees / Year)</a:t>
            </a:r>
          </a:p>
          <a:p>
            <a:pPr algn="ctr"/>
            <a:endParaRPr lang="en-US" sz="1400" b="1" dirty="0">
              <a:solidFill>
                <a:schemeClr val="accent1">
                  <a:lumMod val="20000"/>
                  <a:lumOff val="80000"/>
                </a:schemeClr>
              </a:solidFill>
            </a:endParaRPr>
          </a:p>
          <a:p>
            <a:pPr algn="ctr"/>
            <a:r>
              <a:rPr lang="en-US" sz="1400" b="1" dirty="0">
                <a:solidFill>
                  <a:schemeClr val="accent1">
                    <a:lumMod val="20000"/>
                    <a:lumOff val="80000"/>
                  </a:schemeClr>
                </a:solidFill>
              </a:rPr>
              <a:t>f)	Average time spent on Website by each Customer (Minutes / Day)</a:t>
            </a:r>
          </a:p>
          <a:p>
            <a:pPr algn="ctr"/>
            <a:endParaRPr lang="en-US" sz="1400" b="1" dirty="0">
              <a:solidFill>
                <a:schemeClr val="accent1">
                  <a:lumMod val="20000"/>
                  <a:lumOff val="80000"/>
                </a:schemeClr>
              </a:solidFill>
            </a:endParaRPr>
          </a:p>
          <a:p>
            <a:pPr algn="ctr"/>
            <a:r>
              <a:rPr lang="en-US" sz="1400" b="1" dirty="0">
                <a:solidFill>
                  <a:schemeClr val="accent1">
                    <a:lumMod val="20000"/>
                    <a:lumOff val="80000"/>
                  </a:schemeClr>
                </a:solidFill>
              </a:rPr>
              <a:t>g)	Total Purchase from Website by each Customer (Rupees / Year)</a:t>
            </a:r>
          </a:p>
          <a:p>
            <a:pPr algn="ctr"/>
            <a:endParaRPr lang="en-US" sz="1400" b="1" dirty="0">
              <a:solidFill>
                <a:schemeClr val="accent1">
                  <a:lumMod val="20000"/>
                  <a:lumOff val="80000"/>
                </a:schemeClr>
              </a:solidFill>
            </a:endParaRPr>
          </a:p>
          <a:p>
            <a:pPr algn="ctr"/>
            <a:r>
              <a:rPr lang="en-US" sz="1400" b="1" dirty="0">
                <a:solidFill>
                  <a:schemeClr val="accent1">
                    <a:lumMod val="20000"/>
                    <a:lumOff val="80000"/>
                  </a:schemeClr>
                </a:solidFill>
              </a:rPr>
              <a:t>h)	Length of Membership of each Customer (Year)</a:t>
            </a:r>
          </a:p>
          <a:p>
            <a:pPr algn="ctr"/>
            <a:endParaRPr lang="en-US" sz="1400" b="1" dirty="0">
              <a:solidFill>
                <a:schemeClr val="accent1">
                  <a:lumMod val="20000"/>
                  <a:lumOff val="80000"/>
                </a:schemeClr>
              </a:solidFill>
            </a:endParaRPr>
          </a:p>
          <a:p>
            <a:pPr algn="ctr"/>
            <a:r>
              <a:rPr lang="en-US" sz="1400" b="1" dirty="0">
                <a:solidFill>
                  <a:schemeClr val="accent1">
                    <a:lumMod val="20000"/>
                    <a:lumOff val="80000"/>
                  </a:schemeClr>
                </a:solidFill>
              </a:rPr>
              <a:t>i)	Yearly Amount Spent by each Customer (Minutes / Year)</a:t>
            </a:r>
          </a:p>
          <a:p>
            <a:pPr algn="ctr"/>
            <a:endParaRPr lang="en-US" sz="1400" b="1" dirty="0">
              <a:solidFill>
                <a:schemeClr val="accent1">
                  <a:lumMod val="20000"/>
                  <a:lumOff val="80000"/>
                </a:schemeClr>
              </a:solidFill>
            </a:endParaRPr>
          </a:p>
          <a:p>
            <a:pPr algn="ctr"/>
            <a:r>
              <a:rPr lang="en-US" sz="1400" b="1" dirty="0">
                <a:solidFill>
                  <a:schemeClr val="accent1">
                    <a:lumMod val="20000"/>
                    <a:lumOff val="80000"/>
                  </a:schemeClr>
                </a:solidFill>
              </a:rPr>
              <a:t>j)	Total Purchase of each Customer (Rupees / Year)</a:t>
            </a:r>
          </a:p>
          <a:p>
            <a:pPr algn="ctr"/>
            <a:endParaRPr lang="en-US" sz="1400" b="1" dirty="0">
              <a:solidFill>
                <a:schemeClr val="accent1">
                  <a:lumMod val="20000"/>
                  <a:lumOff val="80000"/>
                </a:schemeClr>
              </a:solidFill>
            </a:endParaRPr>
          </a:p>
          <a:p>
            <a:pPr algn="ctr"/>
            <a:r>
              <a:rPr lang="en-US" sz="1400" b="1" dirty="0">
                <a:solidFill>
                  <a:schemeClr val="accent1">
                    <a:lumMod val="20000"/>
                    <a:lumOff val="80000"/>
                  </a:schemeClr>
                </a:solidFill>
              </a:rPr>
              <a:t>k)	Ratings given by Customer (Out of 5)</a:t>
            </a:r>
          </a:p>
        </p:txBody>
      </p:sp>
      <p:sp>
        <p:nvSpPr>
          <p:cNvPr id="9" name="TextBox 8"/>
          <p:cNvSpPr txBox="1"/>
          <p:nvPr/>
        </p:nvSpPr>
        <p:spPr>
          <a:xfrm>
            <a:off x="1043608" y="764704"/>
            <a:ext cx="7056784" cy="769441"/>
          </a:xfrm>
          <a:prstGeom prst="rect">
            <a:avLst/>
          </a:prstGeom>
          <a:noFill/>
        </p:spPr>
        <p:txBody>
          <a:bodyPr wrap="square" rtlCol="0">
            <a:spAutoFit/>
          </a:bodyPr>
          <a:lstStyle/>
          <a:p>
            <a:pPr algn="ctr"/>
            <a:r>
              <a:rPr lang="en-IN" sz="4400" b="1" dirty="0">
                <a:solidFill>
                  <a:schemeClr val="accent1">
                    <a:lumMod val="20000"/>
                    <a:lumOff val="80000"/>
                  </a:schemeClr>
                </a:solidFill>
              </a:rPr>
              <a:t>Result and Discussion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85384"/>
          </a:xfrm>
          <a:prstGeom prst="rect">
            <a:avLst/>
          </a:prstGeom>
        </p:spPr>
      </p:pic>
      <p:sp>
        <p:nvSpPr>
          <p:cNvPr id="8" name="TextBox 7"/>
          <p:cNvSpPr txBox="1"/>
          <p:nvPr/>
        </p:nvSpPr>
        <p:spPr>
          <a:xfrm>
            <a:off x="611560" y="1772816"/>
            <a:ext cx="8208912" cy="4999529"/>
          </a:xfrm>
          <a:prstGeom prst="rect">
            <a:avLst/>
          </a:prstGeom>
          <a:noFill/>
        </p:spPr>
        <p:txBody>
          <a:bodyPr wrap="square" rtlCol="0">
            <a:spAutoFit/>
          </a:bodyPr>
          <a:lstStyle/>
          <a:p>
            <a:pPr algn="ctr"/>
            <a:endParaRPr lang="en-US" sz="1400" b="1" dirty="0">
              <a:solidFill>
                <a:schemeClr val="accent1">
                  <a:lumMod val="20000"/>
                  <a:lumOff val="80000"/>
                </a:schemeClr>
              </a:solidFill>
            </a:endParaRPr>
          </a:p>
        </p:txBody>
      </p:sp>
      <p:sp>
        <p:nvSpPr>
          <p:cNvPr id="9" name="TextBox 8"/>
          <p:cNvSpPr txBox="1"/>
          <p:nvPr/>
        </p:nvSpPr>
        <p:spPr>
          <a:xfrm>
            <a:off x="1043608" y="764704"/>
            <a:ext cx="7056784" cy="336206"/>
          </a:xfrm>
          <a:prstGeom prst="rect">
            <a:avLst/>
          </a:prstGeom>
          <a:noFill/>
        </p:spPr>
        <p:txBody>
          <a:bodyPr wrap="square" rtlCol="0">
            <a:spAutoFit/>
          </a:bodyPr>
          <a:lstStyle/>
          <a:p>
            <a:pPr algn="ctr"/>
            <a:r>
              <a:rPr lang="en-US" sz="1600" b="1" dirty="0">
                <a:solidFill>
                  <a:schemeClr val="accent1">
                    <a:lumMod val="20000"/>
                    <a:lumOff val="80000"/>
                  </a:schemeClr>
                </a:solidFill>
              </a:rPr>
              <a:t>Graph on Total purchase of each customer vs Average time on app</a:t>
            </a:r>
            <a:endParaRPr lang="en-IN" sz="1600" b="1" dirty="0">
              <a:solidFill>
                <a:schemeClr val="accent1">
                  <a:lumMod val="20000"/>
                  <a:lumOff val="80000"/>
                </a:schemeClr>
              </a:solidFill>
            </a:endParaRPr>
          </a:p>
        </p:txBody>
      </p:sp>
      <p:pic>
        <p:nvPicPr>
          <p:cNvPr id="10" name="Picture 9"/>
          <p:cNvPicPr>
            <a:picLocks noChangeAspect="1"/>
          </p:cNvPicPr>
          <p:nvPr/>
        </p:nvPicPr>
        <p:blipFill>
          <a:blip r:embed="rId2"/>
          <a:srcRect/>
          <a:stretch>
            <a:fillRect/>
          </a:stretch>
        </p:blipFill>
        <p:spPr>
          <a:xfrm>
            <a:off x="447421" y="1256397"/>
            <a:ext cx="8249159" cy="537390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85384"/>
          </a:xfrm>
          <a:prstGeom prst="rect">
            <a:avLst/>
          </a:prstGeom>
        </p:spPr>
      </p:pic>
      <p:sp>
        <p:nvSpPr>
          <p:cNvPr id="8" name="TextBox 7"/>
          <p:cNvSpPr txBox="1"/>
          <p:nvPr/>
        </p:nvSpPr>
        <p:spPr>
          <a:xfrm>
            <a:off x="611560" y="1772816"/>
            <a:ext cx="8208912" cy="4999529"/>
          </a:xfrm>
          <a:prstGeom prst="rect">
            <a:avLst/>
          </a:prstGeom>
          <a:noFill/>
        </p:spPr>
        <p:txBody>
          <a:bodyPr wrap="square" rtlCol="0">
            <a:spAutoFit/>
          </a:bodyPr>
          <a:lstStyle/>
          <a:p>
            <a:pPr algn="ctr"/>
            <a:endParaRPr lang="en-US" sz="1400" b="1" dirty="0">
              <a:solidFill>
                <a:schemeClr val="accent1">
                  <a:lumMod val="20000"/>
                  <a:lumOff val="80000"/>
                </a:schemeClr>
              </a:solidFill>
            </a:endParaRPr>
          </a:p>
        </p:txBody>
      </p:sp>
      <p:sp>
        <p:nvSpPr>
          <p:cNvPr id="9" name="TextBox 8"/>
          <p:cNvSpPr txBox="1"/>
          <p:nvPr/>
        </p:nvSpPr>
        <p:spPr>
          <a:xfrm>
            <a:off x="1043608" y="764704"/>
            <a:ext cx="7056784" cy="336206"/>
          </a:xfrm>
          <a:prstGeom prst="rect">
            <a:avLst/>
          </a:prstGeom>
          <a:noFill/>
        </p:spPr>
        <p:txBody>
          <a:bodyPr wrap="square" rtlCol="0">
            <a:spAutoFit/>
          </a:bodyPr>
          <a:lstStyle/>
          <a:p>
            <a:pPr algn="ctr"/>
            <a:r>
              <a:rPr lang="en-US" sz="1600" b="1" dirty="0">
                <a:solidFill>
                  <a:schemeClr val="accent1">
                    <a:lumMod val="20000"/>
                    <a:lumOff val="80000"/>
                  </a:schemeClr>
                </a:solidFill>
              </a:rPr>
              <a:t>Graph on Total purchase of each customer vs Average time on website</a:t>
            </a:r>
            <a:endParaRPr lang="en-IN" sz="1600" b="1" dirty="0">
              <a:solidFill>
                <a:schemeClr val="accent1">
                  <a:lumMod val="20000"/>
                  <a:lumOff val="80000"/>
                </a:schemeClr>
              </a:solidFill>
            </a:endParaRPr>
          </a:p>
        </p:txBody>
      </p:sp>
      <p:pic>
        <p:nvPicPr>
          <p:cNvPr id="12" name="Picture 9"/>
          <p:cNvPicPr>
            <a:picLocks noChangeAspect="1"/>
          </p:cNvPicPr>
          <p:nvPr/>
        </p:nvPicPr>
        <p:blipFill>
          <a:blip r:embed="rId2"/>
          <a:srcRect/>
          <a:stretch>
            <a:fillRect/>
          </a:stretch>
        </p:blipFill>
        <p:spPr>
          <a:xfrm>
            <a:off x="536609" y="1223153"/>
            <a:ext cx="8283863" cy="532941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85384"/>
          </a:xfrm>
          <a:prstGeom prst="rect">
            <a:avLst/>
          </a:prstGeom>
        </p:spPr>
      </p:pic>
      <p:sp>
        <p:nvSpPr>
          <p:cNvPr id="8" name="TextBox 7"/>
          <p:cNvSpPr txBox="1"/>
          <p:nvPr/>
        </p:nvSpPr>
        <p:spPr>
          <a:xfrm>
            <a:off x="611560" y="1772816"/>
            <a:ext cx="8208912" cy="4999529"/>
          </a:xfrm>
          <a:prstGeom prst="rect">
            <a:avLst/>
          </a:prstGeom>
          <a:noFill/>
        </p:spPr>
        <p:txBody>
          <a:bodyPr wrap="square" rtlCol="0">
            <a:spAutoFit/>
          </a:bodyPr>
          <a:lstStyle/>
          <a:p>
            <a:pPr algn="ctr"/>
            <a:endParaRPr lang="en-US" sz="1400" b="1" dirty="0">
              <a:solidFill>
                <a:schemeClr val="accent1">
                  <a:lumMod val="20000"/>
                  <a:lumOff val="80000"/>
                </a:schemeClr>
              </a:solidFill>
            </a:endParaRPr>
          </a:p>
        </p:txBody>
      </p:sp>
      <p:sp>
        <p:nvSpPr>
          <p:cNvPr id="9" name="TextBox 8"/>
          <p:cNvSpPr txBox="1"/>
          <p:nvPr/>
        </p:nvSpPr>
        <p:spPr>
          <a:xfrm>
            <a:off x="1043608" y="764704"/>
            <a:ext cx="7056784" cy="336206"/>
          </a:xfrm>
          <a:prstGeom prst="rect">
            <a:avLst/>
          </a:prstGeom>
          <a:noFill/>
        </p:spPr>
        <p:txBody>
          <a:bodyPr wrap="square" rtlCol="0">
            <a:spAutoFit/>
          </a:bodyPr>
          <a:lstStyle/>
          <a:p>
            <a:pPr algn="ctr"/>
            <a:r>
              <a:rPr lang="en-US" sz="1600" b="1" dirty="0">
                <a:solidFill>
                  <a:schemeClr val="accent1">
                    <a:lumMod val="20000"/>
                    <a:lumOff val="80000"/>
                  </a:schemeClr>
                </a:solidFill>
              </a:rPr>
              <a:t>Graph on Total purchase of each customer vs Average time on app</a:t>
            </a:r>
            <a:endParaRPr lang="en-IN" sz="1600" b="1" dirty="0">
              <a:solidFill>
                <a:schemeClr val="accent1">
                  <a:lumMod val="20000"/>
                  <a:lumOff val="80000"/>
                </a:schemeClr>
              </a:solidFill>
            </a:endParaRPr>
          </a:p>
        </p:txBody>
      </p:sp>
      <p:pic>
        <p:nvPicPr>
          <p:cNvPr id="11" name="Picture 9"/>
          <p:cNvPicPr>
            <a:picLocks noChangeAspect="1"/>
          </p:cNvPicPr>
          <p:nvPr/>
        </p:nvPicPr>
        <p:blipFill>
          <a:blip r:embed="rId2"/>
          <a:srcRect/>
          <a:stretch>
            <a:fillRect/>
          </a:stretch>
        </p:blipFill>
        <p:spPr>
          <a:xfrm>
            <a:off x="534698" y="1183368"/>
            <a:ext cx="8129613" cy="546015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85384"/>
          </a:xfrm>
          <a:prstGeom prst="rect">
            <a:avLst/>
          </a:prstGeom>
        </p:spPr>
      </p:pic>
      <p:sp>
        <p:nvSpPr>
          <p:cNvPr id="8" name="TextBox 7"/>
          <p:cNvSpPr txBox="1"/>
          <p:nvPr/>
        </p:nvSpPr>
        <p:spPr>
          <a:xfrm>
            <a:off x="611560" y="1772816"/>
            <a:ext cx="8208912" cy="4999529"/>
          </a:xfrm>
          <a:prstGeom prst="rect">
            <a:avLst/>
          </a:prstGeom>
          <a:noFill/>
        </p:spPr>
        <p:txBody>
          <a:bodyPr wrap="square" rtlCol="0">
            <a:spAutoFit/>
          </a:bodyPr>
          <a:lstStyle/>
          <a:p>
            <a:pPr algn="ctr"/>
            <a:endParaRPr lang="en-US" sz="1400" b="1" dirty="0">
              <a:solidFill>
                <a:schemeClr val="accent1">
                  <a:lumMod val="20000"/>
                  <a:lumOff val="80000"/>
                </a:schemeClr>
              </a:solidFill>
            </a:endParaRPr>
          </a:p>
        </p:txBody>
      </p:sp>
      <p:sp>
        <p:nvSpPr>
          <p:cNvPr id="9" name="TextBox 8"/>
          <p:cNvSpPr txBox="1"/>
          <p:nvPr/>
        </p:nvSpPr>
        <p:spPr>
          <a:xfrm>
            <a:off x="1043608" y="764704"/>
            <a:ext cx="7056784" cy="336206"/>
          </a:xfrm>
          <a:prstGeom prst="rect">
            <a:avLst/>
          </a:prstGeom>
          <a:noFill/>
        </p:spPr>
        <p:txBody>
          <a:bodyPr wrap="square" rtlCol="0">
            <a:spAutoFit/>
          </a:bodyPr>
          <a:lstStyle/>
          <a:p>
            <a:pPr algn="ctr"/>
            <a:r>
              <a:rPr lang="en-US" sz="1600" b="1" dirty="0">
                <a:solidFill>
                  <a:schemeClr val="accent1">
                    <a:lumMod val="20000"/>
                    <a:lumOff val="80000"/>
                  </a:schemeClr>
                </a:solidFill>
              </a:rPr>
              <a:t>Graph on Total purchase of each customer vs Average time on website</a:t>
            </a:r>
            <a:endParaRPr lang="en-IN" sz="1600" b="1" dirty="0">
              <a:solidFill>
                <a:schemeClr val="accent1">
                  <a:lumMod val="20000"/>
                  <a:lumOff val="80000"/>
                </a:schemeClr>
              </a:solidFill>
            </a:endParaRPr>
          </a:p>
        </p:txBody>
      </p:sp>
      <p:pic>
        <p:nvPicPr>
          <p:cNvPr id="11" name="Picture 9"/>
          <p:cNvPicPr>
            <a:picLocks noChangeAspect="1"/>
          </p:cNvPicPr>
          <p:nvPr/>
        </p:nvPicPr>
        <p:blipFill>
          <a:blip r:embed="rId2"/>
          <a:srcRect/>
          <a:stretch>
            <a:fillRect/>
          </a:stretch>
        </p:blipFill>
        <p:spPr>
          <a:xfrm>
            <a:off x="418489" y="1214606"/>
            <a:ext cx="8401983" cy="536177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85384"/>
          </a:xfrm>
          <a:prstGeom prst="rect">
            <a:avLst/>
          </a:prstGeom>
        </p:spPr>
      </p:pic>
      <p:sp>
        <p:nvSpPr>
          <p:cNvPr id="8" name="TextBox 7"/>
          <p:cNvSpPr txBox="1"/>
          <p:nvPr/>
        </p:nvSpPr>
        <p:spPr>
          <a:xfrm>
            <a:off x="611560" y="1772816"/>
            <a:ext cx="8208912" cy="4999529"/>
          </a:xfrm>
          <a:prstGeom prst="rect">
            <a:avLst/>
          </a:prstGeom>
          <a:noFill/>
        </p:spPr>
        <p:txBody>
          <a:bodyPr wrap="square" rtlCol="0">
            <a:spAutoFit/>
          </a:bodyPr>
          <a:lstStyle/>
          <a:p>
            <a:pPr algn="ctr"/>
            <a:endParaRPr lang="en-US" sz="1400" b="1" dirty="0">
              <a:solidFill>
                <a:schemeClr val="accent1">
                  <a:lumMod val="20000"/>
                  <a:lumOff val="80000"/>
                </a:schemeClr>
              </a:solidFill>
            </a:endParaRPr>
          </a:p>
        </p:txBody>
      </p:sp>
      <p:sp>
        <p:nvSpPr>
          <p:cNvPr id="9" name="TextBox 8"/>
          <p:cNvSpPr txBox="1"/>
          <p:nvPr/>
        </p:nvSpPr>
        <p:spPr>
          <a:xfrm>
            <a:off x="1043608" y="764704"/>
            <a:ext cx="7056784" cy="336206"/>
          </a:xfrm>
          <a:prstGeom prst="rect">
            <a:avLst/>
          </a:prstGeom>
          <a:noFill/>
        </p:spPr>
        <p:txBody>
          <a:bodyPr wrap="square" rtlCol="0">
            <a:spAutoFit/>
          </a:bodyPr>
          <a:lstStyle/>
          <a:p>
            <a:pPr algn="ctr"/>
            <a:r>
              <a:rPr lang="en-US" sz="1600" b="1" dirty="0">
                <a:solidFill>
                  <a:schemeClr val="accent1">
                    <a:lumMod val="20000"/>
                    <a:lumOff val="80000"/>
                  </a:schemeClr>
                </a:solidFill>
              </a:rPr>
              <a:t>Distributed Plot on Average time on app</a:t>
            </a:r>
            <a:endParaRPr lang="en-IN" sz="1600" b="1" dirty="0">
              <a:solidFill>
                <a:schemeClr val="accent1">
                  <a:lumMod val="20000"/>
                  <a:lumOff val="80000"/>
                </a:schemeClr>
              </a:solidFill>
            </a:endParaRPr>
          </a:p>
        </p:txBody>
      </p:sp>
      <p:pic>
        <p:nvPicPr>
          <p:cNvPr id="11" name="Picture 10"/>
          <p:cNvPicPr>
            <a:picLocks noChangeAspect="1"/>
          </p:cNvPicPr>
          <p:nvPr/>
        </p:nvPicPr>
        <p:blipFill>
          <a:blip r:embed="rId2"/>
          <a:srcRect/>
          <a:stretch>
            <a:fillRect/>
          </a:stretch>
        </p:blipFill>
        <p:spPr>
          <a:xfrm>
            <a:off x="611560" y="1309330"/>
            <a:ext cx="8025857" cy="520661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85384"/>
          </a:xfrm>
          <a:prstGeom prst="rect">
            <a:avLst/>
          </a:prstGeom>
        </p:spPr>
      </p:pic>
      <p:sp>
        <p:nvSpPr>
          <p:cNvPr id="8" name="TextBox 7"/>
          <p:cNvSpPr txBox="1"/>
          <p:nvPr/>
        </p:nvSpPr>
        <p:spPr>
          <a:xfrm>
            <a:off x="611560" y="1772816"/>
            <a:ext cx="8208912" cy="4999529"/>
          </a:xfrm>
          <a:prstGeom prst="rect">
            <a:avLst/>
          </a:prstGeom>
          <a:noFill/>
        </p:spPr>
        <p:txBody>
          <a:bodyPr wrap="square" rtlCol="0">
            <a:spAutoFit/>
          </a:bodyPr>
          <a:lstStyle/>
          <a:p>
            <a:pPr algn="ctr"/>
            <a:endParaRPr lang="en-US" sz="1400" b="1" dirty="0">
              <a:solidFill>
                <a:schemeClr val="accent1">
                  <a:lumMod val="20000"/>
                  <a:lumOff val="80000"/>
                </a:schemeClr>
              </a:solidFill>
            </a:endParaRPr>
          </a:p>
        </p:txBody>
      </p:sp>
      <p:sp>
        <p:nvSpPr>
          <p:cNvPr id="9" name="TextBox 8"/>
          <p:cNvSpPr txBox="1"/>
          <p:nvPr/>
        </p:nvSpPr>
        <p:spPr>
          <a:xfrm>
            <a:off x="1043608" y="764704"/>
            <a:ext cx="7056784" cy="336206"/>
          </a:xfrm>
          <a:prstGeom prst="rect">
            <a:avLst/>
          </a:prstGeom>
          <a:noFill/>
        </p:spPr>
        <p:txBody>
          <a:bodyPr wrap="square" rtlCol="0">
            <a:spAutoFit/>
          </a:bodyPr>
          <a:lstStyle/>
          <a:p>
            <a:pPr algn="ctr"/>
            <a:r>
              <a:rPr lang="en-US" sz="1600" b="1" dirty="0">
                <a:solidFill>
                  <a:schemeClr val="accent1">
                    <a:lumMod val="20000"/>
                    <a:lumOff val="80000"/>
                  </a:schemeClr>
                </a:solidFill>
              </a:rPr>
              <a:t>Distributed Plot on  Average time on website</a:t>
            </a:r>
            <a:endParaRPr lang="en-IN" sz="1600" b="1" dirty="0">
              <a:solidFill>
                <a:schemeClr val="accent1">
                  <a:lumMod val="20000"/>
                  <a:lumOff val="80000"/>
                </a:schemeClr>
              </a:solidFill>
            </a:endParaRPr>
          </a:p>
        </p:txBody>
      </p:sp>
      <p:pic>
        <p:nvPicPr>
          <p:cNvPr id="11" name="Picture 10"/>
          <p:cNvPicPr>
            <a:picLocks noChangeAspect="1"/>
          </p:cNvPicPr>
          <p:nvPr/>
        </p:nvPicPr>
        <p:blipFill>
          <a:blip r:embed="rId2"/>
          <a:srcRect/>
          <a:stretch>
            <a:fillRect/>
          </a:stretch>
        </p:blipFill>
        <p:spPr>
          <a:xfrm>
            <a:off x="441333" y="1211218"/>
            <a:ext cx="8279670" cy="518517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85384"/>
          </a:xfrm>
          <a:prstGeom prst="rect">
            <a:avLst/>
          </a:prstGeom>
        </p:spPr>
      </p:pic>
      <p:sp>
        <p:nvSpPr>
          <p:cNvPr id="8" name="TextBox 7"/>
          <p:cNvSpPr txBox="1"/>
          <p:nvPr/>
        </p:nvSpPr>
        <p:spPr>
          <a:xfrm>
            <a:off x="611560" y="1772816"/>
            <a:ext cx="8208912" cy="4999529"/>
          </a:xfrm>
          <a:prstGeom prst="rect">
            <a:avLst/>
          </a:prstGeom>
          <a:noFill/>
        </p:spPr>
        <p:txBody>
          <a:bodyPr wrap="square" rtlCol="0">
            <a:spAutoFit/>
          </a:bodyPr>
          <a:lstStyle/>
          <a:p>
            <a:pPr algn="ctr"/>
            <a:endParaRPr lang="en-US" sz="1400" b="1" dirty="0">
              <a:solidFill>
                <a:schemeClr val="accent1">
                  <a:lumMod val="20000"/>
                  <a:lumOff val="80000"/>
                </a:schemeClr>
              </a:solidFill>
            </a:endParaRPr>
          </a:p>
        </p:txBody>
      </p:sp>
      <p:sp>
        <p:nvSpPr>
          <p:cNvPr id="9" name="TextBox 8"/>
          <p:cNvSpPr txBox="1"/>
          <p:nvPr/>
        </p:nvSpPr>
        <p:spPr>
          <a:xfrm>
            <a:off x="1043608" y="764704"/>
            <a:ext cx="7056784" cy="336206"/>
          </a:xfrm>
          <a:prstGeom prst="rect">
            <a:avLst/>
          </a:prstGeom>
          <a:noFill/>
        </p:spPr>
        <p:txBody>
          <a:bodyPr wrap="square" rtlCol="0">
            <a:spAutoFit/>
          </a:bodyPr>
          <a:lstStyle/>
          <a:p>
            <a:pPr algn="ctr"/>
            <a:r>
              <a:rPr lang="en-US" sz="1600" b="1" dirty="0">
                <a:solidFill>
                  <a:schemeClr val="accent1">
                    <a:lumMod val="20000"/>
                    <a:lumOff val="80000"/>
                  </a:schemeClr>
                </a:solidFill>
              </a:rPr>
              <a:t>Distributed Plot on  Total Purchase of each customer</a:t>
            </a:r>
            <a:endParaRPr lang="en-IN" sz="1600" b="1" dirty="0">
              <a:solidFill>
                <a:schemeClr val="accent1">
                  <a:lumMod val="20000"/>
                  <a:lumOff val="80000"/>
                </a:schemeClr>
              </a:solidFill>
            </a:endParaRPr>
          </a:p>
        </p:txBody>
      </p:sp>
      <p:pic>
        <p:nvPicPr>
          <p:cNvPr id="12" name="Picture 11"/>
          <p:cNvPicPr>
            <a:picLocks noChangeAspect="1"/>
          </p:cNvPicPr>
          <p:nvPr/>
        </p:nvPicPr>
        <p:blipFill>
          <a:blip r:embed="rId2"/>
          <a:srcRect/>
          <a:stretch>
            <a:fillRect/>
          </a:stretch>
        </p:blipFill>
        <p:spPr>
          <a:xfrm>
            <a:off x="611560" y="1457468"/>
            <a:ext cx="8133342" cy="499952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85384"/>
          </a:xfrm>
          <a:prstGeom prst="rect">
            <a:avLst/>
          </a:prstGeom>
        </p:spPr>
      </p:pic>
      <p:sp>
        <p:nvSpPr>
          <p:cNvPr id="8" name="TextBox 7"/>
          <p:cNvSpPr txBox="1"/>
          <p:nvPr/>
        </p:nvSpPr>
        <p:spPr>
          <a:xfrm>
            <a:off x="611560" y="1772816"/>
            <a:ext cx="8208912" cy="1464081"/>
          </a:xfrm>
          <a:prstGeom prst="rect">
            <a:avLst/>
          </a:prstGeom>
          <a:noFill/>
        </p:spPr>
        <p:txBody>
          <a:bodyPr wrap="square" rtlCol="0">
            <a:spAutoFit/>
          </a:bodyPr>
          <a:lstStyle/>
          <a:p>
            <a:pPr algn="ctr"/>
            <a:r>
              <a:rPr lang="en-US" b="1" dirty="0">
                <a:solidFill>
                  <a:schemeClr val="accent1">
                    <a:lumMod val="20000"/>
                    <a:lumOff val="80000"/>
                  </a:schemeClr>
                </a:solidFill>
              </a:rPr>
              <a:t>we have applied linear regression and logistic regression to our datasets. From those analysis, we have calculated the coefficients of important attributes, and also confusion matrix and classification report. The attribute with highest coefficient has highest importance.</a:t>
            </a:r>
          </a:p>
          <a:p>
            <a:pPr algn="ctr"/>
            <a:endParaRPr lang="en-US" b="1" dirty="0">
              <a:solidFill>
                <a:schemeClr val="accent1">
                  <a:lumMod val="20000"/>
                  <a:lumOff val="80000"/>
                </a:schemeClr>
              </a:solidFill>
            </a:endParaRPr>
          </a:p>
        </p:txBody>
      </p:sp>
      <p:pic>
        <p:nvPicPr>
          <p:cNvPr id="11" name="Picture 10"/>
          <p:cNvPicPr>
            <a:picLocks noChangeAspect="1"/>
          </p:cNvPicPr>
          <p:nvPr/>
        </p:nvPicPr>
        <p:blipFill>
          <a:blip r:embed="rId2"/>
          <a:srcRect/>
          <a:stretch>
            <a:fillRect/>
          </a:stretch>
        </p:blipFill>
        <p:spPr>
          <a:xfrm>
            <a:off x="448209" y="2962577"/>
            <a:ext cx="4123791" cy="1085208"/>
          </a:xfrm>
          <a:prstGeom prst="rect">
            <a:avLst/>
          </a:prstGeom>
        </p:spPr>
      </p:pic>
      <p:pic>
        <p:nvPicPr>
          <p:cNvPr id="12" name="Picture 11"/>
          <p:cNvPicPr>
            <a:picLocks noChangeAspect="1"/>
          </p:cNvPicPr>
          <p:nvPr/>
        </p:nvPicPr>
        <p:blipFill>
          <a:blip r:embed="rId3"/>
          <a:srcRect/>
          <a:stretch>
            <a:fillRect/>
          </a:stretch>
        </p:blipFill>
        <p:spPr>
          <a:xfrm>
            <a:off x="5303500" y="2962577"/>
            <a:ext cx="1945891" cy="1085208"/>
          </a:xfrm>
          <a:prstGeom prst="rect">
            <a:avLst/>
          </a:prstGeom>
        </p:spPr>
      </p:pic>
      <p:pic>
        <p:nvPicPr>
          <p:cNvPr id="13" name="Picture 12"/>
          <p:cNvPicPr>
            <a:picLocks noChangeAspect="1"/>
          </p:cNvPicPr>
          <p:nvPr/>
        </p:nvPicPr>
        <p:blipFill>
          <a:blip r:embed="rId4"/>
          <a:srcRect/>
          <a:stretch>
            <a:fillRect/>
          </a:stretch>
        </p:blipFill>
        <p:spPr>
          <a:xfrm>
            <a:off x="1495215" y="4201824"/>
            <a:ext cx="6153569" cy="226638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85384"/>
          </a:xfrm>
          <a:prstGeom prst="rect">
            <a:avLst/>
          </a:prstGeom>
        </p:spPr>
      </p:pic>
      <p:sp>
        <p:nvSpPr>
          <p:cNvPr id="8" name="TextBox 7"/>
          <p:cNvSpPr txBox="1"/>
          <p:nvPr/>
        </p:nvSpPr>
        <p:spPr>
          <a:xfrm>
            <a:off x="611560" y="1772816"/>
            <a:ext cx="8208912" cy="3384668"/>
          </a:xfrm>
          <a:prstGeom prst="rect">
            <a:avLst/>
          </a:prstGeom>
          <a:noFill/>
        </p:spPr>
        <p:txBody>
          <a:bodyPr wrap="square" rtlCol="0">
            <a:spAutoFit/>
          </a:bodyPr>
          <a:lstStyle/>
          <a:p>
            <a:pPr algn="ctr"/>
            <a:r>
              <a:rPr lang="en-US" sz="2400" b="1" dirty="0">
                <a:solidFill>
                  <a:schemeClr val="accent1">
                    <a:lumMod val="20000"/>
                    <a:lumOff val="80000"/>
                  </a:schemeClr>
                </a:solidFill>
              </a:rPr>
              <a:t>Our Data Science based analysis shows that “Average Time on Website” has highest coefficient (59.398727)  has highest coefficient .</a:t>
            </a:r>
          </a:p>
          <a:p>
            <a:pPr algn="ctr"/>
            <a:endParaRPr lang="en-US" sz="2400" b="1" dirty="0">
              <a:solidFill>
                <a:schemeClr val="accent1">
                  <a:lumMod val="20000"/>
                  <a:lumOff val="80000"/>
                </a:schemeClr>
              </a:solidFill>
            </a:endParaRPr>
          </a:p>
          <a:p>
            <a:pPr algn="ctr"/>
            <a:r>
              <a:rPr lang="en-US" sz="2400" b="1" dirty="0">
                <a:solidFill>
                  <a:schemeClr val="accent1">
                    <a:lumMod val="20000"/>
                    <a:lumOff val="80000"/>
                  </a:schemeClr>
                </a:solidFill>
              </a:rPr>
              <a:t>So it is convenient that “Average Time on Website” is most important. </a:t>
            </a:r>
          </a:p>
          <a:p>
            <a:pPr algn="ctr"/>
            <a:endParaRPr lang="en-US" sz="2400" b="1" dirty="0">
              <a:solidFill>
                <a:schemeClr val="accent1">
                  <a:lumMod val="20000"/>
                  <a:lumOff val="80000"/>
                </a:schemeClr>
              </a:solidFill>
            </a:endParaRPr>
          </a:p>
          <a:p>
            <a:pPr algn="ctr"/>
            <a:r>
              <a:rPr lang="en-US" sz="2400" b="1" dirty="0" err="1">
                <a:solidFill>
                  <a:schemeClr val="accent1">
                    <a:lumMod val="20000"/>
                    <a:lumOff val="80000"/>
                  </a:schemeClr>
                </a:solidFill>
              </a:rPr>
              <a:t>Therfore</a:t>
            </a:r>
            <a:r>
              <a:rPr lang="en-US" sz="2400" b="1" dirty="0">
                <a:solidFill>
                  <a:schemeClr val="accent1">
                    <a:lumMod val="20000"/>
                    <a:lumOff val="80000"/>
                  </a:schemeClr>
                </a:solidFill>
              </a:rPr>
              <a:t> to maximize profit, business strategy of next year should be based on “Average Time on Website”.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85384"/>
          </a:xfrm>
          <a:prstGeom prst="rect">
            <a:avLst/>
          </a:prstGeom>
        </p:spPr>
      </p:pic>
      <p:sp>
        <p:nvSpPr>
          <p:cNvPr id="8" name="TextBox 7"/>
          <p:cNvSpPr txBox="1"/>
          <p:nvPr/>
        </p:nvSpPr>
        <p:spPr>
          <a:xfrm>
            <a:off x="611560" y="1772816"/>
            <a:ext cx="8208912" cy="4969166"/>
          </a:xfrm>
          <a:prstGeom prst="rect">
            <a:avLst/>
          </a:prstGeom>
          <a:noFill/>
        </p:spPr>
        <p:txBody>
          <a:bodyPr wrap="square" rtlCol="0">
            <a:spAutoFit/>
          </a:bodyPr>
          <a:lstStyle/>
          <a:p>
            <a:pPr algn="ctr"/>
            <a:r>
              <a:rPr lang="en-US" sz="1600" b="1" dirty="0">
                <a:solidFill>
                  <a:schemeClr val="accent1">
                    <a:lumMod val="20000"/>
                    <a:lumOff val="80000"/>
                  </a:schemeClr>
                </a:solidFill>
              </a:rPr>
              <a:t>Internet Links </a:t>
            </a:r>
            <a:r>
              <a:rPr lang="en-US" sz="1600" b="1" dirty="0">
                <a:solidFill>
                  <a:schemeClr val="accent1">
                    <a:lumMod val="20000"/>
                    <a:lumOff val="80000"/>
                  </a:schemeClr>
                </a:solidFill>
                <a:sym typeface="Wingdings" pitchFamily="2" charset="2"/>
              </a:rPr>
              <a:t></a:t>
            </a:r>
            <a:endParaRPr lang="en-US" sz="1600" b="1" dirty="0">
              <a:solidFill>
                <a:schemeClr val="accent1">
                  <a:lumMod val="20000"/>
                  <a:lumOff val="80000"/>
                </a:schemeClr>
              </a:solidFill>
            </a:endParaRPr>
          </a:p>
          <a:p>
            <a:pPr algn="ctr"/>
            <a:endParaRPr lang="en-US" sz="1600" b="1" dirty="0">
              <a:solidFill>
                <a:schemeClr val="accent1">
                  <a:lumMod val="20000"/>
                  <a:lumOff val="80000"/>
                </a:schemeClr>
              </a:solidFill>
            </a:endParaRPr>
          </a:p>
          <a:p>
            <a:pPr algn="ctr"/>
            <a:endParaRPr lang="en-US" sz="1600" b="1" dirty="0">
              <a:solidFill>
                <a:schemeClr val="accent1">
                  <a:lumMod val="20000"/>
                  <a:lumOff val="80000"/>
                </a:schemeClr>
              </a:solidFill>
            </a:endParaRPr>
          </a:p>
          <a:p>
            <a:pPr algn="ctr"/>
            <a:endParaRPr lang="en-US" sz="1600" b="1" dirty="0">
              <a:solidFill>
                <a:schemeClr val="accent1">
                  <a:lumMod val="20000"/>
                  <a:lumOff val="80000"/>
                </a:schemeClr>
              </a:solidFill>
            </a:endParaRPr>
          </a:p>
          <a:p>
            <a:pPr algn="ctr"/>
            <a:r>
              <a:rPr lang="en-US" sz="1600" b="1" dirty="0">
                <a:solidFill>
                  <a:schemeClr val="accent1">
                    <a:lumMod val="20000"/>
                    <a:lumOff val="80000"/>
                  </a:schemeClr>
                </a:solidFill>
              </a:rPr>
              <a:t>a)	https://en.wikipedia.org/wiki/E-commerce</a:t>
            </a:r>
          </a:p>
          <a:p>
            <a:pPr algn="ctr"/>
            <a:endParaRPr lang="en-US" sz="1600" b="1" dirty="0">
              <a:solidFill>
                <a:schemeClr val="accent1">
                  <a:lumMod val="20000"/>
                  <a:lumOff val="80000"/>
                </a:schemeClr>
              </a:solidFill>
            </a:endParaRPr>
          </a:p>
          <a:p>
            <a:pPr algn="ctr"/>
            <a:r>
              <a:rPr lang="en-US" sz="1600" b="1" dirty="0">
                <a:solidFill>
                  <a:schemeClr val="accent1">
                    <a:lumMod val="20000"/>
                    <a:lumOff val="80000"/>
                  </a:schemeClr>
                </a:solidFill>
              </a:rPr>
              <a:t>b)	https://en.wikipedia.org/wiki/Data_science</a:t>
            </a:r>
          </a:p>
          <a:p>
            <a:pPr algn="ctr"/>
            <a:endParaRPr lang="en-US" sz="1600" b="1" dirty="0">
              <a:solidFill>
                <a:schemeClr val="accent1">
                  <a:lumMod val="20000"/>
                  <a:lumOff val="80000"/>
                </a:schemeClr>
              </a:solidFill>
            </a:endParaRPr>
          </a:p>
          <a:p>
            <a:pPr algn="ctr"/>
            <a:r>
              <a:rPr lang="en-US" sz="1600" b="1" dirty="0">
                <a:solidFill>
                  <a:schemeClr val="accent1">
                    <a:lumMod val="20000"/>
                    <a:lumOff val="80000"/>
                  </a:schemeClr>
                </a:solidFill>
              </a:rPr>
              <a:t>c)	https://en.wikipedia.org/wiki/Predictive_modelling</a:t>
            </a:r>
          </a:p>
          <a:p>
            <a:pPr algn="ctr"/>
            <a:endParaRPr lang="en-US" sz="1600" b="1" dirty="0">
              <a:solidFill>
                <a:schemeClr val="accent1">
                  <a:lumMod val="20000"/>
                  <a:lumOff val="80000"/>
                </a:schemeClr>
              </a:solidFill>
            </a:endParaRPr>
          </a:p>
          <a:p>
            <a:pPr algn="ctr"/>
            <a:r>
              <a:rPr lang="en-US" sz="1600" b="1" dirty="0">
                <a:solidFill>
                  <a:schemeClr val="accent1">
                    <a:lumMod val="20000"/>
                    <a:lumOff val="80000"/>
                  </a:schemeClr>
                </a:solidFill>
              </a:rPr>
              <a:t>d)	https://en.wikipedia.org/wiki/Predictive_analytics</a:t>
            </a:r>
          </a:p>
          <a:p>
            <a:pPr algn="ctr"/>
            <a:endParaRPr lang="en-US" sz="1600" b="1" dirty="0">
              <a:solidFill>
                <a:schemeClr val="accent1">
                  <a:lumMod val="20000"/>
                  <a:lumOff val="80000"/>
                </a:schemeClr>
              </a:solidFill>
            </a:endParaRPr>
          </a:p>
          <a:p>
            <a:pPr algn="ctr"/>
            <a:r>
              <a:rPr lang="en-US" sz="1600" b="1" dirty="0">
                <a:solidFill>
                  <a:schemeClr val="accent1">
                    <a:lumMod val="20000"/>
                    <a:lumOff val="80000"/>
                  </a:schemeClr>
                </a:solidFill>
              </a:rPr>
              <a:t>e)	https://en.wikipedia.org/wiki/Prediction</a:t>
            </a:r>
          </a:p>
          <a:p>
            <a:pPr algn="ctr"/>
            <a:endParaRPr lang="en-US" sz="1600" b="1" dirty="0">
              <a:solidFill>
                <a:schemeClr val="accent1">
                  <a:lumMod val="20000"/>
                  <a:lumOff val="80000"/>
                </a:schemeClr>
              </a:solidFill>
            </a:endParaRPr>
          </a:p>
          <a:p>
            <a:pPr algn="ctr"/>
            <a:r>
              <a:rPr lang="en-US" sz="1600" b="1" dirty="0">
                <a:solidFill>
                  <a:schemeClr val="accent1">
                    <a:lumMod val="20000"/>
                    <a:lumOff val="80000"/>
                  </a:schemeClr>
                </a:solidFill>
              </a:rPr>
              <a:t>f)	https://www.investopedia.com/terms/d/data-science.asp</a:t>
            </a:r>
          </a:p>
          <a:p>
            <a:pPr algn="ctr"/>
            <a:endParaRPr lang="en-US" sz="1600" b="1" dirty="0">
              <a:solidFill>
                <a:schemeClr val="accent1">
                  <a:lumMod val="20000"/>
                  <a:lumOff val="80000"/>
                </a:schemeClr>
              </a:solidFill>
            </a:endParaRPr>
          </a:p>
          <a:p>
            <a:pPr algn="ctr"/>
            <a:r>
              <a:rPr lang="en-US" sz="1600" b="1" dirty="0">
                <a:solidFill>
                  <a:schemeClr val="accent1">
                    <a:lumMod val="20000"/>
                    <a:lumOff val="80000"/>
                  </a:schemeClr>
                </a:solidFill>
              </a:rPr>
              <a:t>g)	https://en.wikipedia.org/wiki/Regression_analysis</a:t>
            </a:r>
          </a:p>
          <a:p>
            <a:pPr algn="ctr"/>
            <a:endParaRPr lang="en-US" sz="1600" b="1" dirty="0">
              <a:solidFill>
                <a:schemeClr val="accent1">
                  <a:lumMod val="20000"/>
                  <a:lumOff val="80000"/>
                </a:schemeClr>
              </a:solidFill>
            </a:endParaRPr>
          </a:p>
          <a:p>
            <a:pPr algn="ctr"/>
            <a:endParaRPr lang="en-US" sz="1600" b="1" dirty="0">
              <a:solidFill>
                <a:schemeClr val="accent1">
                  <a:lumMod val="20000"/>
                  <a:lumOff val="80000"/>
                </a:schemeClr>
              </a:solidFill>
            </a:endParaRPr>
          </a:p>
          <a:p>
            <a:pPr algn="ctr"/>
            <a:endParaRPr lang="en-US" sz="1600" b="1" dirty="0">
              <a:solidFill>
                <a:schemeClr val="accent1">
                  <a:lumMod val="20000"/>
                  <a:lumOff val="80000"/>
                </a:schemeClr>
              </a:solidFill>
            </a:endParaRPr>
          </a:p>
        </p:txBody>
      </p:sp>
      <p:sp>
        <p:nvSpPr>
          <p:cNvPr id="4" name="TextBox 3"/>
          <p:cNvSpPr txBox="1"/>
          <p:nvPr/>
        </p:nvSpPr>
        <p:spPr>
          <a:xfrm>
            <a:off x="1043608" y="764704"/>
            <a:ext cx="7056784" cy="769441"/>
          </a:xfrm>
          <a:prstGeom prst="rect">
            <a:avLst/>
          </a:prstGeom>
          <a:noFill/>
        </p:spPr>
        <p:txBody>
          <a:bodyPr wrap="square" rtlCol="0">
            <a:spAutoFit/>
          </a:bodyPr>
          <a:lstStyle/>
          <a:p>
            <a:pPr algn="ctr"/>
            <a:r>
              <a:rPr lang="en-US" sz="4400" b="1" dirty="0">
                <a:solidFill>
                  <a:schemeClr val="accent1">
                    <a:lumMod val="20000"/>
                    <a:lumOff val="80000"/>
                  </a:schemeClr>
                </a:solidFill>
              </a:rPr>
              <a:t>References</a:t>
            </a:r>
            <a:endParaRPr lang="en-IN" sz="4400" b="1" dirty="0">
              <a:solidFill>
                <a:schemeClr val="accent1">
                  <a:lumMod val="20000"/>
                  <a:lumOff val="80000"/>
                </a:schemeClr>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85384"/>
          </a:xfrm>
          <a:prstGeom prst="rect">
            <a:avLst/>
          </a:prstGeom>
        </p:spPr>
      </p:pic>
      <p:sp>
        <p:nvSpPr>
          <p:cNvPr id="8" name="TextBox 7"/>
          <p:cNvSpPr txBox="1"/>
          <p:nvPr/>
        </p:nvSpPr>
        <p:spPr>
          <a:xfrm>
            <a:off x="611560" y="1772816"/>
            <a:ext cx="8208912" cy="3750197"/>
          </a:xfrm>
          <a:prstGeom prst="rect">
            <a:avLst/>
          </a:prstGeom>
          <a:noFill/>
        </p:spPr>
        <p:txBody>
          <a:bodyPr wrap="square" rtlCol="0">
            <a:spAutoFit/>
          </a:bodyPr>
          <a:lstStyle/>
          <a:p>
            <a:pPr algn="ctr"/>
            <a:r>
              <a:rPr lang="en-US" sz="2000" b="1" dirty="0">
                <a:solidFill>
                  <a:schemeClr val="accent1">
                    <a:lumMod val="20000"/>
                    <a:lumOff val="80000"/>
                  </a:schemeClr>
                </a:solidFill>
              </a:rPr>
              <a:t>Books</a:t>
            </a:r>
            <a:r>
              <a:rPr lang="en-US" sz="2000" b="1" dirty="0">
                <a:solidFill>
                  <a:schemeClr val="accent1">
                    <a:lumMod val="20000"/>
                    <a:lumOff val="80000"/>
                  </a:schemeClr>
                </a:solidFill>
                <a:sym typeface="Wingdings" pitchFamily="2" charset="2"/>
              </a:rPr>
              <a:t></a:t>
            </a:r>
            <a:endParaRPr lang="en-US" sz="2000" b="1" dirty="0">
              <a:solidFill>
                <a:schemeClr val="accent1">
                  <a:lumMod val="20000"/>
                  <a:lumOff val="80000"/>
                </a:schemeClr>
              </a:solidFill>
            </a:endParaRPr>
          </a:p>
          <a:p>
            <a:pPr algn="ctr"/>
            <a:endParaRPr lang="en-US" sz="2000" b="1" dirty="0">
              <a:solidFill>
                <a:schemeClr val="accent1">
                  <a:lumMod val="20000"/>
                  <a:lumOff val="80000"/>
                </a:schemeClr>
              </a:solidFill>
            </a:endParaRPr>
          </a:p>
          <a:p>
            <a:pPr algn="ctr"/>
            <a:endParaRPr lang="en-US" sz="2000" b="1" dirty="0">
              <a:solidFill>
                <a:schemeClr val="accent1">
                  <a:lumMod val="20000"/>
                  <a:lumOff val="80000"/>
                </a:schemeClr>
              </a:solidFill>
            </a:endParaRPr>
          </a:p>
          <a:p>
            <a:pPr algn="ctr"/>
            <a:endParaRPr lang="en-US" sz="2000" b="1" dirty="0">
              <a:solidFill>
                <a:schemeClr val="accent1">
                  <a:lumMod val="20000"/>
                  <a:lumOff val="80000"/>
                </a:schemeClr>
              </a:solidFill>
            </a:endParaRPr>
          </a:p>
          <a:p>
            <a:pPr algn="ctr"/>
            <a:r>
              <a:rPr lang="en-US" sz="2000" b="1" dirty="0">
                <a:solidFill>
                  <a:schemeClr val="accent1">
                    <a:lumMod val="20000"/>
                    <a:lumOff val="80000"/>
                  </a:schemeClr>
                </a:solidFill>
              </a:rPr>
              <a:t>a)	Business Analytics: The Science of Data - Driven Decision Making, Wiley Publications</a:t>
            </a:r>
          </a:p>
          <a:p>
            <a:pPr algn="ctr"/>
            <a:endParaRPr lang="en-US" sz="2000" b="1" dirty="0">
              <a:solidFill>
                <a:schemeClr val="accent1">
                  <a:lumMod val="20000"/>
                  <a:lumOff val="80000"/>
                </a:schemeClr>
              </a:solidFill>
            </a:endParaRPr>
          </a:p>
          <a:p>
            <a:pPr algn="ctr"/>
            <a:r>
              <a:rPr lang="en-US" sz="2000" b="1" dirty="0">
                <a:solidFill>
                  <a:schemeClr val="accent1">
                    <a:lumMod val="20000"/>
                    <a:lumOff val="80000"/>
                  </a:schemeClr>
                </a:solidFill>
              </a:rPr>
              <a:t>b)	Predictive Analytics for Dummies, Wiley Publications</a:t>
            </a:r>
          </a:p>
          <a:p>
            <a:pPr algn="ctr"/>
            <a:endParaRPr lang="en-US" sz="2000" b="1" dirty="0">
              <a:solidFill>
                <a:schemeClr val="accent1">
                  <a:lumMod val="20000"/>
                  <a:lumOff val="80000"/>
                </a:schemeClr>
              </a:solidFill>
            </a:endParaRPr>
          </a:p>
          <a:p>
            <a:pPr algn="ctr"/>
            <a:r>
              <a:rPr lang="en-US" sz="2000" b="1" dirty="0">
                <a:solidFill>
                  <a:schemeClr val="accent1">
                    <a:lumMod val="20000"/>
                    <a:lumOff val="80000"/>
                  </a:schemeClr>
                </a:solidFill>
              </a:rPr>
              <a:t>c)	Applied Machine Learning, Tata McGraw Hills Publications</a:t>
            </a:r>
          </a:p>
          <a:p>
            <a:pPr algn="ctr"/>
            <a:endParaRPr lang="en-US" sz="2000" b="1" dirty="0">
              <a:solidFill>
                <a:schemeClr val="accent1">
                  <a:lumMod val="20000"/>
                  <a:lumOff val="80000"/>
                </a:schemeClr>
              </a:solidFill>
            </a:endParaRPr>
          </a:p>
          <a:p>
            <a:pPr algn="ctr"/>
            <a:r>
              <a:rPr lang="en-US" sz="2000" b="1" dirty="0">
                <a:solidFill>
                  <a:schemeClr val="accent1">
                    <a:lumMod val="20000"/>
                    <a:lumOff val="80000"/>
                  </a:schemeClr>
                </a:solidFill>
              </a:rPr>
              <a:t>d)	Advanced Engineering Mathematics, Wiley Publications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rcRect/>
          <a:stretch>
            <a:fillRect/>
          </a:stretch>
        </p:blipFill>
        <p:spPr>
          <a:xfrm>
            <a:off x="0" y="0"/>
            <a:ext cx="9144000" cy="6885384"/>
          </a:xfrm>
          <a:prstGeom prst="rect">
            <a:avLst/>
          </a:prstGeom>
        </p:spPr>
      </p:pic>
      <p:sp>
        <p:nvSpPr>
          <p:cNvPr id="3" name="TextBox 2"/>
          <p:cNvSpPr txBox="1"/>
          <p:nvPr/>
        </p:nvSpPr>
        <p:spPr>
          <a:xfrm>
            <a:off x="1763688" y="2996952"/>
            <a:ext cx="6048672" cy="1323439"/>
          </a:xfrm>
          <a:prstGeom prst="rect">
            <a:avLst/>
          </a:prstGeom>
          <a:noFill/>
        </p:spPr>
        <p:txBody>
          <a:bodyPr wrap="square" rtlCol="0">
            <a:spAutoFit/>
          </a:bodyPr>
          <a:lstStyle/>
          <a:p>
            <a:r>
              <a:rPr lang="en-IN" sz="8000" b="1" dirty="0">
                <a:solidFill>
                  <a:schemeClr val="accent1">
                    <a:lumMod val="20000"/>
                    <a:lumOff val="80000"/>
                  </a:schemeClr>
                </a:solidFill>
              </a:rPr>
              <a:t>THANK  YOU</a:t>
            </a:r>
          </a:p>
        </p:txBody>
      </p:sp>
    </p:spTree>
  </p:cSld>
  <p:clrMapOvr>
    <a:masterClrMapping/>
  </p:clrMapOvr>
</p:sld>
</file>

<file path=ppt/theme/theme1.xml><?xml version="1.0" encoding="utf-8"?>
<a:theme xmlns:a="http://schemas.openxmlformats.org/drawingml/2006/main" name="Basis">
  <a:themeElements>
    <a:clrScheme name="Basis">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Basis">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D9D01AC2-EE7D-4E49-99EE-8E62E4E7E8A7}"/>
    </a:ext>
  </a:extLst>
</a:theme>
</file>

<file path=ppt/theme/theme2.xml><?xml version="1.0" encoding="utf-8"?>
<a:theme xmlns:a="http://schemas.openxmlformats.org/drawingml/2006/main" name="Office Notes Theme">
  <a:themeElements>
    <a:clrScheme name="Office Notes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Notes Theme">
      <a:majorFont>
        <a:latin typeface="Calibri"/>
        <a:ea typeface=""/>
        <a:cs typeface=""/>
      </a:majorFont>
      <a:minorFont>
        <a:latin typeface="Calibri"/>
        <a:ea typeface=""/>
        <a:cs typeface=""/>
      </a:minorFont>
    </a:fontScheme>
    <a:fmtScheme name="Office Notes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1"/>
        </a:gradFill>
      </a:fillStyleLst>
      <a:lnStyleLst>
        <a:ln w="9525" cap="flat" cmpd="sng">
          <a:solidFill>
            <a:schemeClr val="phClr">
              <a:shade val="95000"/>
              <a:satMod val="105000"/>
            </a:schemeClr>
          </a:solidFill>
          <a:prstDash val="solid"/>
        </a:ln>
        <a:ln w="25400" cap="flat" cmpd="sng">
          <a:solidFill>
            <a:schemeClr val="phClr"/>
          </a:solidFill>
          <a:prstDash val="solid"/>
        </a:ln>
        <a:ln w="38100" cap="flat" cmpd="sng">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Concourse</Template>
  <TotalTime>215</TotalTime>
  <Words>1329</Words>
  <Application>Microsoft Office PowerPoint</Application>
  <PresentationFormat>On-screen Show (4:3)</PresentationFormat>
  <Paragraphs>145</Paragraphs>
  <Slides>19</Slides>
  <Notes>19</Notes>
  <HiddenSlides>0</HiddenSlides>
  <MMClips>0</MMClips>
  <ScaleCrop>false</ScaleCrop>
  <HeadingPairs>
    <vt:vector size="4" baseType="variant">
      <vt:variant>
        <vt:lpstr>Theme</vt:lpstr>
      </vt:variant>
      <vt:variant>
        <vt:i4>1</vt:i4>
      </vt:variant>
      <vt:variant>
        <vt:lpstr>Slide Titles</vt:lpstr>
      </vt:variant>
      <vt:variant>
        <vt:i4>19</vt:i4>
      </vt:variant>
    </vt:vector>
  </HeadingPairs>
  <TitlesOfParts>
    <vt:vector size="20" baseType="lpstr">
      <vt:lpstr>Basis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Hewlett-Packard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nilimesh</dc:creator>
  <cp:lastModifiedBy>Sandipan Chowdhury</cp:lastModifiedBy>
  <cp:revision>151</cp:revision>
  <dcterms:created xsi:type="dcterms:W3CDTF">2018-03-22T05:16:00Z</dcterms:created>
  <dcterms:modified xsi:type="dcterms:W3CDTF">2020-06-30T18:00:06Z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1033-11.2.0.8991</vt:lpwstr>
  </property>
</Properties>
</file>